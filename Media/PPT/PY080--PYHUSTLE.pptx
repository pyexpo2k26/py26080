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ileron Bold" charset="1" panose="00000800000000000000"/>
      <p:regular r:id="rId14"/>
    </p:embeddedFont>
    <p:embeddedFont>
      <p:font typeface="Aileron" charset="1" panose="00000500000000000000"/>
      <p:regular r:id="rId15"/>
    </p:embeddedFont>
    <p:embeddedFont>
      <p:font typeface="Times New Roman Bold" charset="1" panose="020208030705050203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 Id="rId6" Target="../media/image15.jpeg" Type="http://schemas.openxmlformats.org/officeDocument/2006/relationships/image"/><Relationship Id="rId7" Target="../media/image16.jpeg" Type="http://schemas.openxmlformats.org/officeDocument/2006/relationships/image"/><Relationship Id="rId8" Target="../media/image17.png" Type="http://schemas.openxmlformats.org/officeDocument/2006/relationships/image"/><Relationship Id="rId9" Target="../media/image1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https://github.com/PyExpo2K26/PY26080.git" TargetMode="External" Type="http://schemas.openxmlformats.org/officeDocument/2006/relationships/hyperlink"/><Relationship Id="rId5" Target="https://github.com/PyExpo2K26/PY26080.git" TargetMode="External" Type="http://schemas.openxmlformats.org/officeDocument/2006/relationships/hyperlink"/><Relationship Id="rId6" Target="slide8.xml" Type="http://schemas.openxmlformats.org/officeDocument/2006/relationship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CFEFF"/>
        </a:solidFill>
      </p:bgPr>
    </p:bg>
    <p:spTree>
      <p:nvGrpSpPr>
        <p:cNvPr id="1" name=""/>
        <p:cNvGrpSpPr/>
        <p:nvPr/>
      </p:nvGrpSpPr>
      <p:grpSpPr>
        <a:xfrm>
          <a:off x="0" y="0"/>
          <a:ext cx="0" cy="0"/>
          <a:chOff x="0" y="0"/>
          <a:chExt cx="0" cy="0"/>
        </a:xfrm>
      </p:grpSpPr>
      <p:sp>
        <p:nvSpPr>
          <p:cNvPr name="Freeform 2" id="2"/>
          <p:cNvSpPr/>
          <p:nvPr/>
        </p:nvSpPr>
        <p:spPr>
          <a:xfrm flipH="false" flipV="false" rot="0">
            <a:off x="-66551" y="-63503"/>
            <a:ext cx="18421093" cy="10414016"/>
          </a:xfrm>
          <a:custGeom>
            <a:avLst/>
            <a:gdLst/>
            <a:ahLst/>
            <a:cxnLst/>
            <a:rect r="r" b="b" t="t" l="l"/>
            <a:pathLst>
              <a:path h="10414016" w="18421093">
                <a:moveTo>
                  <a:pt x="0" y="0"/>
                </a:moveTo>
                <a:lnTo>
                  <a:pt x="18421093" y="0"/>
                </a:lnTo>
                <a:lnTo>
                  <a:pt x="18421093" y="10414016"/>
                </a:lnTo>
                <a:lnTo>
                  <a:pt x="0" y="104140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736765" y="1029205"/>
            <a:ext cx="6950431" cy="1246327"/>
          </a:xfrm>
          <a:prstGeom prst="rect">
            <a:avLst/>
          </a:prstGeom>
        </p:spPr>
        <p:txBody>
          <a:bodyPr anchor="t" rtlCol="false" tIns="0" lIns="0" bIns="0" rIns="0">
            <a:spAutoFit/>
          </a:bodyPr>
          <a:lstStyle/>
          <a:p>
            <a:pPr algn="l">
              <a:lnSpc>
                <a:spcPts val="10136"/>
              </a:lnSpc>
            </a:pPr>
            <a:r>
              <a:rPr lang="en-US" b="true" sz="7240">
                <a:solidFill>
                  <a:srgbClr val="1F305D"/>
                </a:solidFill>
                <a:latin typeface="Aileron Bold"/>
                <a:ea typeface="Aileron Bold"/>
                <a:cs typeface="Aileron Bold"/>
                <a:sym typeface="Aileron Bold"/>
              </a:rPr>
              <a:t>Research Paper</a:t>
            </a:r>
          </a:p>
        </p:txBody>
      </p:sp>
      <p:sp>
        <p:nvSpPr>
          <p:cNvPr name="TextBox 4" id="4"/>
          <p:cNvSpPr txBox="true"/>
          <p:nvPr/>
        </p:nvSpPr>
        <p:spPr>
          <a:xfrm rot="0">
            <a:off x="2526001" y="3589734"/>
            <a:ext cx="11573627" cy="3420180"/>
          </a:xfrm>
          <a:prstGeom prst="rect">
            <a:avLst/>
          </a:prstGeom>
        </p:spPr>
        <p:txBody>
          <a:bodyPr anchor="t" rtlCol="false" tIns="0" lIns="0" bIns="0" rIns="0">
            <a:spAutoFit/>
          </a:bodyPr>
          <a:lstStyle/>
          <a:p>
            <a:pPr algn="l">
              <a:lnSpc>
                <a:spcPts val="5982"/>
              </a:lnSpc>
            </a:pPr>
            <a:r>
              <a:rPr lang="en-US" b="true" sz="3300">
                <a:solidFill>
                  <a:srgbClr val="1F305D"/>
                </a:solidFill>
                <a:latin typeface="Aileron Bold"/>
                <a:ea typeface="Aileron Bold"/>
                <a:cs typeface="Aileron Bold"/>
                <a:sym typeface="Aileron Bold"/>
              </a:rPr>
              <a:t>Team Name:PYHUSTLE Team ID:PY080 Team Lead:P.DHARMA Team Members:RITHIKA R, MISAL MAYUR V,A.MOHAMED</a:t>
            </a:r>
          </a:p>
          <a:p>
            <a:pPr algn="l">
              <a:lnSpc>
                <a:spcPts val="1650"/>
              </a:lnSpc>
            </a:pPr>
            <a:r>
              <a:rPr lang="en-US" b="true" sz="3300">
                <a:solidFill>
                  <a:srgbClr val="1F305D"/>
                </a:solidFill>
                <a:latin typeface="Aileron Bold"/>
                <a:ea typeface="Aileron Bold"/>
                <a:cs typeface="Aileron Bold"/>
                <a:sym typeface="Aileron Bold"/>
              </a:rPr>
              <a:t>THARIK,M.DHARSHAN SANJAY,R.DEEPAK RAJA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551" y="-63503"/>
            <a:ext cx="7143921" cy="10055514"/>
          </a:xfrm>
          <a:custGeom>
            <a:avLst/>
            <a:gdLst/>
            <a:ahLst/>
            <a:cxnLst/>
            <a:rect r="r" b="b" t="t" l="l"/>
            <a:pathLst>
              <a:path h="10055514" w="7143921">
                <a:moveTo>
                  <a:pt x="0" y="0"/>
                </a:moveTo>
                <a:lnTo>
                  <a:pt x="7143921" y="0"/>
                </a:lnTo>
                <a:lnTo>
                  <a:pt x="7143921" y="10055514"/>
                </a:lnTo>
                <a:lnTo>
                  <a:pt x="0" y="100555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344134" y="6772037"/>
            <a:ext cx="5010417" cy="3581505"/>
            <a:chOff x="0" y="0"/>
            <a:chExt cx="5010417" cy="3581502"/>
          </a:xfrm>
        </p:grpSpPr>
        <p:sp>
          <p:nvSpPr>
            <p:cNvPr name="Freeform 4" id="4"/>
            <p:cNvSpPr/>
            <p:nvPr/>
          </p:nvSpPr>
          <p:spPr>
            <a:xfrm flipH="false" flipV="false" rot="0">
              <a:off x="802005" y="1647696"/>
              <a:ext cx="3693160" cy="1867151"/>
            </a:xfrm>
            <a:custGeom>
              <a:avLst/>
              <a:gdLst/>
              <a:ahLst/>
              <a:cxnLst/>
              <a:rect r="r" b="b" t="t" l="l"/>
              <a:pathLst>
                <a:path h="1867151" w="3693160">
                  <a:moveTo>
                    <a:pt x="1846453" y="0"/>
                  </a:moveTo>
                  <a:lnTo>
                    <a:pt x="984377" y="862329"/>
                  </a:lnTo>
                  <a:lnTo>
                    <a:pt x="923417" y="923288"/>
                  </a:lnTo>
                  <a:lnTo>
                    <a:pt x="0" y="1846704"/>
                  </a:lnTo>
                  <a:lnTo>
                    <a:pt x="20447" y="1867151"/>
                  </a:lnTo>
                  <a:lnTo>
                    <a:pt x="3672713" y="1867151"/>
                  </a:lnTo>
                  <a:lnTo>
                    <a:pt x="3693160" y="1846704"/>
                  </a:lnTo>
                  <a:lnTo>
                    <a:pt x="2708783" y="862328"/>
                  </a:lnTo>
                  <a:lnTo>
                    <a:pt x="1846453" y="0"/>
                  </a:lnTo>
                  <a:close/>
                </a:path>
              </a:pathLst>
            </a:custGeom>
            <a:solidFill>
              <a:srgbClr val="2E4990"/>
            </a:solidFill>
          </p:spPr>
        </p:sp>
        <p:sp>
          <p:nvSpPr>
            <p:cNvPr name="Freeform 5" id="5"/>
            <p:cNvSpPr/>
            <p:nvPr/>
          </p:nvSpPr>
          <p:spPr>
            <a:xfrm flipH="false" flipV="false" rot="0">
              <a:off x="161163" y="2260978"/>
              <a:ext cx="1502410" cy="1253996"/>
            </a:xfrm>
            <a:custGeom>
              <a:avLst/>
              <a:gdLst/>
              <a:ahLst/>
              <a:cxnLst/>
              <a:rect r="r" b="b" t="t" l="l"/>
              <a:pathLst>
                <a:path h="1253996" w="1502410">
                  <a:moveTo>
                    <a:pt x="1253998" y="0"/>
                  </a:moveTo>
                  <a:lnTo>
                    <a:pt x="1253744" y="254"/>
                  </a:lnTo>
                  <a:lnTo>
                    <a:pt x="1253490" y="254"/>
                  </a:lnTo>
                  <a:lnTo>
                    <a:pt x="1253490" y="508"/>
                  </a:lnTo>
                  <a:lnTo>
                    <a:pt x="0" y="1253996"/>
                  </a:lnTo>
                  <a:lnTo>
                    <a:pt x="537845" y="1253996"/>
                  </a:lnTo>
                  <a:lnTo>
                    <a:pt x="517398" y="1233549"/>
                  </a:lnTo>
                  <a:lnTo>
                    <a:pt x="1502410" y="248284"/>
                  </a:lnTo>
                  <a:lnTo>
                    <a:pt x="1254252" y="127"/>
                  </a:lnTo>
                  <a:close/>
                </a:path>
              </a:pathLst>
            </a:custGeom>
            <a:solidFill>
              <a:srgbClr val="1F305D"/>
            </a:solidFill>
          </p:spPr>
        </p:sp>
        <p:sp>
          <p:nvSpPr>
            <p:cNvPr name="Freeform 6" id="6"/>
            <p:cNvSpPr/>
            <p:nvPr/>
          </p:nvSpPr>
          <p:spPr>
            <a:xfrm flipH="false" flipV="false" rot="0">
              <a:off x="3636772" y="2260978"/>
              <a:ext cx="1307211" cy="1253869"/>
            </a:xfrm>
            <a:custGeom>
              <a:avLst/>
              <a:gdLst/>
              <a:ahLst/>
              <a:cxnLst/>
              <a:rect r="r" b="b" t="t" l="l"/>
              <a:pathLst>
                <a:path h="1253869" w="1307211">
                  <a:moveTo>
                    <a:pt x="248158" y="0"/>
                  </a:moveTo>
                  <a:lnTo>
                    <a:pt x="0" y="248157"/>
                  </a:lnTo>
                  <a:lnTo>
                    <a:pt x="985012" y="1233422"/>
                  </a:lnTo>
                  <a:lnTo>
                    <a:pt x="964565" y="1253869"/>
                  </a:lnTo>
                  <a:lnTo>
                    <a:pt x="1307211" y="1253869"/>
                  </a:lnTo>
                  <a:lnTo>
                    <a:pt x="1307211" y="1058924"/>
                  </a:lnTo>
                  <a:lnTo>
                    <a:pt x="248158" y="0"/>
                  </a:lnTo>
                  <a:close/>
                </a:path>
              </a:pathLst>
            </a:custGeom>
            <a:solidFill>
              <a:srgbClr val="1F305D"/>
            </a:solidFill>
          </p:spPr>
        </p:sp>
        <p:sp>
          <p:nvSpPr>
            <p:cNvPr name="Freeform 7" id="7"/>
            <p:cNvSpPr/>
            <p:nvPr/>
          </p:nvSpPr>
          <p:spPr>
            <a:xfrm flipH="false" flipV="false" rot="0">
              <a:off x="3881628" y="1845307"/>
              <a:ext cx="831723" cy="416051"/>
            </a:xfrm>
            <a:custGeom>
              <a:avLst/>
              <a:gdLst/>
              <a:ahLst/>
              <a:cxnLst/>
              <a:rect r="r" b="b" t="t" l="l"/>
              <a:pathLst>
                <a:path h="416051" w="831723">
                  <a:moveTo>
                    <a:pt x="0" y="415925"/>
                  </a:moveTo>
                  <a:lnTo>
                    <a:pt x="831723" y="415925"/>
                  </a:lnTo>
                  <a:lnTo>
                    <a:pt x="416052" y="0"/>
                  </a:lnTo>
                  <a:lnTo>
                    <a:pt x="381" y="416052"/>
                  </a:lnTo>
                  <a:lnTo>
                    <a:pt x="127" y="416052"/>
                  </a:lnTo>
                  <a:close/>
                </a:path>
              </a:pathLst>
            </a:custGeom>
            <a:solidFill>
              <a:srgbClr val="9CADD4"/>
            </a:solidFill>
          </p:spPr>
        </p:sp>
        <p:sp>
          <p:nvSpPr>
            <p:cNvPr name="Freeform 8" id="8"/>
            <p:cNvSpPr/>
            <p:nvPr/>
          </p:nvSpPr>
          <p:spPr>
            <a:xfrm flipH="false" flipV="false" rot="0">
              <a:off x="3881882" y="2261613"/>
              <a:ext cx="1061974" cy="1056512"/>
            </a:xfrm>
            <a:custGeom>
              <a:avLst/>
              <a:gdLst/>
              <a:ahLst/>
              <a:cxnLst/>
              <a:rect r="r" b="b" t="t" l="l"/>
              <a:pathLst>
                <a:path h="1056512" w="1061974">
                  <a:moveTo>
                    <a:pt x="0" y="0"/>
                  </a:moveTo>
                  <a:lnTo>
                    <a:pt x="1061974" y="1056512"/>
                  </a:lnTo>
                  <a:lnTo>
                    <a:pt x="1061974" y="0"/>
                  </a:lnTo>
                  <a:close/>
                </a:path>
              </a:pathLst>
            </a:custGeom>
            <a:solidFill>
              <a:srgbClr val="2E4990"/>
            </a:solidFill>
          </p:spPr>
        </p:sp>
        <p:sp>
          <p:nvSpPr>
            <p:cNvPr name="Freeform 9" id="9"/>
            <p:cNvSpPr/>
            <p:nvPr/>
          </p:nvSpPr>
          <p:spPr>
            <a:xfrm flipH="false" flipV="false" rot="0">
              <a:off x="3884930" y="367664"/>
              <a:ext cx="1058926" cy="1893821"/>
            </a:xfrm>
            <a:custGeom>
              <a:avLst/>
              <a:gdLst/>
              <a:ahLst/>
              <a:cxnLst/>
              <a:rect r="r" b="b" t="t" l="l"/>
              <a:pathLst>
                <a:path h="1893821" w="1058926">
                  <a:moveTo>
                    <a:pt x="1058926" y="0"/>
                  </a:moveTo>
                  <a:lnTo>
                    <a:pt x="262763" y="796035"/>
                  </a:lnTo>
                  <a:lnTo>
                    <a:pt x="1058926" y="1591943"/>
                  </a:lnTo>
                  <a:lnTo>
                    <a:pt x="1058926" y="0"/>
                  </a:lnTo>
                  <a:close/>
                  <a:moveTo>
                    <a:pt x="0" y="1893568"/>
                  </a:moveTo>
                  <a:lnTo>
                    <a:pt x="254" y="1893822"/>
                  </a:lnTo>
                  <a:lnTo>
                    <a:pt x="1058926" y="1893822"/>
                  </a:lnTo>
                  <a:lnTo>
                    <a:pt x="1058926" y="1893568"/>
                  </a:lnTo>
                  <a:close/>
                </a:path>
              </a:pathLst>
            </a:custGeom>
            <a:solidFill>
              <a:srgbClr val="9CADD4"/>
            </a:solidFill>
          </p:spPr>
        </p:sp>
        <p:sp>
          <p:nvSpPr>
            <p:cNvPr name="Freeform 10" id="10"/>
            <p:cNvSpPr/>
            <p:nvPr/>
          </p:nvSpPr>
          <p:spPr>
            <a:xfrm flipH="false" flipV="false" rot="0">
              <a:off x="3881882" y="1163699"/>
              <a:ext cx="1061847" cy="1327783"/>
            </a:xfrm>
            <a:custGeom>
              <a:avLst/>
              <a:gdLst/>
              <a:ahLst/>
              <a:cxnLst/>
              <a:rect r="r" b="b" t="t" l="l"/>
              <a:pathLst>
                <a:path h="1327783" w="1061847">
                  <a:moveTo>
                    <a:pt x="265811" y="0"/>
                  </a:moveTo>
                  <a:lnTo>
                    <a:pt x="0" y="265811"/>
                  </a:lnTo>
                  <a:lnTo>
                    <a:pt x="415417" y="681481"/>
                  </a:lnTo>
                  <a:lnTo>
                    <a:pt x="415671" y="681481"/>
                  </a:lnTo>
                  <a:lnTo>
                    <a:pt x="415671" y="681735"/>
                  </a:lnTo>
                  <a:lnTo>
                    <a:pt x="831342" y="1097406"/>
                  </a:lnTo>
                  <a:lnTo>
                    <a:pt x="831596" y="1097660"/>
                  </a:lnTo>
                  <a:lnTo>
                    <a:pt x="1061847" y="1327783"/>
                  </a:lnTo>
                  <a:lnTo>
                    <a:pt x="1061847" y="795908"/>
                  </a:lnTo>
                  <a:lnTo>
                    <a:pt x="265811" y="0"/>
                  </a:lnTo>
                  <a:close/>
                </a:path>
              </a:pathLst>
            </a:custGeom>
            <a:solidFill>
              <a:srgbClr val="576179"/>
            </a:solidFill>
          </p:spPr>
        </p:sp>
        <p:sp>
          <p:nvSpPr>
            <p:cNvPr name="Freeform 11" id="11"/>
            <p:cNvSpPr/>
            <p:nvPr/>
          </p:nvSpPr>
          <p:spPr>
            <a:xfrm flipH="false" flipV="false" rot="0">
              <a:off x="65405" y="66294"/>
              <a:ext cx="4878451" cy="3448680"/>
            </a:xfrm>
            <a:custGeom>
              <a:avLst/>
              <a:gdLst/>
              <a:ahLst/>
              <a:cxnLst/>
              <a:rect r="r" b="b" t="t" l="l"/>
              <a:pathLst>
                <a:path h="3448680" w="4878451">
                  <a:moveTo>
                    <a:pt x="0" y="0"/>
                  </a:moveTo>
                  <a:lnTo>
                    <a:pt x="0" y="3448680"/>
                  </a:lnTo>
                  <a:lnTo>
                    <a:pt x="4878451" y="3448680"/>
                  </a:lnTo>
                  <a:lnTo>
                    <a:pt x="4878451" y="0"/>
                  </a:lnTo>
                  <a:close/>
                </a:path>
              </a:pathLst>
            </a:custGeom>
            <a:solidFill>
              <a:srgbClr val="000000">
                <a:alpha val="0"/>
              </a:srgbClr>
            </a:solidFill>
          </p:spPr>
        </p:sp>
      </p:grpSp>
      <p:sp>
        <p:nvSpPr>
          <p:cNvPr name="Freeform 12" id="12"/>
          <p:cNvSpPr/>
          <p:nvPr/>
        </p:nvSpPr>
        <p:spPr>
          <a:xfrm flipH="false" flipV="false" rot="0">
            <a:off x="10654170" y="331184"/>
            <a:ext cx="7699372" cy="6260725"/>
          </a:xfrm>
          <a:custGeom>
            <a:avLst/>
            <a:gdLst/>
            <a:ahLst/>
            <a:cxnLst/>
            <a:rect r="r" b="b" t="t" l="l"/>
            <a:pathLst>
              <a:path h="6260725" w="7699372">
                <a:moveTo>
                  <a:pt x="0" y="0"/>
                </a:moveTo>
                <a:lnTo>
                  <a:pt x="7699372" y="0"/>
                </a:lnTo>
                <a:lnTo>
                  <a:pt x="7699372" y="6260726"/>
                </a:lnTo>
                <a:lnTo>
                  <a:pt x="0" y="62607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5802773" y="969369"/>
            <a:ext cx="6098391" cy="897217"/>
          </a:xfrm>
          <a:prstGeom prst="rect">
            <a:avLst/>
          </a:prstGeom>
        </p:spPr>
        <p:txBody>
          <a:bodyPr anchor="t" rtlCol="false" tIns="0" lIns="0" bIns="0" rIns="0">
            <a:spAutoFit/>
          </a:bodyPr>
          <a:lstStyle/>
          <a:p>
            <a:pPr algn="l">
              <a:lnSpc>
                <a:spcPts val="7279"/>
              </a:lnSpc>
            </a:pPr>
            <a:r>
              <a:rPr lang="en-US" b="true" sz="5199">
                <a:solidFill>
                  <a:srgbClr val="1F305D"/>
                </a:solidFill>
                <a:latin typeface="Aileron Bold"/>
                <a:ea typeface="Aileron Bold"/>
                <a:cs typeface="Aileron Bold"/>
                <a:sym typeface="Aileron Bold"/>
              </a:rPr>
              <a:t>Problem statement</a:t>
            </a:r>
          </a:p>
        </p:txBody>
      </p:sp>
      <p:sp>
        <p:nvSpPr>
          <p:cNvPr name="TextBox 14" id="14"/>
          <p:cNvSpPr txBox="true"/>
          <p:nvPr/>
        </p:nvSpPr>
        <p:spPr>
          <a:xfrm rot="0">
            <a:off x="1795043" y="3229842"/>
            <a:ext cx="16208807" cy="3150870"/>
          </a:xfrm>
          <a:prstGeom prst="rect">
            <a:avLst/>
          </a:prstGeom>
        </p:spPr>
        <p:txBody>
          <a:bodyPr anchor="t" rtlCol="false" tIns="0" lIns="0" bIns="0" rIns="0">
            <a:spAutoFit/>
          </a:bodyPr>
          <a:lstStyle/>
          <a:p>
            <a:pPr algn="l">
              <a:lnSpc>
                <a:spcPts val="3524"/>
              </a:lnSpc>
            </a:pPr>
            <a:r>
              <a:rPr lang="en-US" sz="3300">
                <a:solidFill>
                  <a:srgbClr val="1F305D"/>
                </a:solidFill>
                <a:latin typeface="Aileron"/>
                <a:ea typeface="Aileron"/>
                <a:cs typeface="Aileron"/>
                <a:sym typeface="Aileron"/>
              </a:rPr>
              <a:t>Pipeline inspection is a risky process due to the confined spaces involved in the inspection process. The traditional methods of pipeline inspection are lengthy processes that rely on manual observation. The process is risky as human lives are involved in the process. The proposed project focuses on the development of a low- cost ESP32-CAM-based robotic car that includes real-time video streaming and a machine learning model for automatic crack detection. The proposed system helps in efficient detection of structural defects in the pipeline.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551" y="-63503"/>
            <a:ext cx="18421093" cy="10417045"/>
          </a:xfrm>
          <a:custGeom>
            <a:avLst/>
            <a:gdLst/>
            <a:ahLst/>
            <a:cxnLst/>
            <a:rect r="r" b="b" t="t" l="l"/>
            <a:pathLst>
              <a:path h="10417045" w="18421093">
                <a:moveTo>
                  <a:pt x="0" y="0"/>
                </a:moveTo>
                <a:lnTo>
                  <a:pt x="18421093" y="0"/>
                </a:lnTo>
                <a:lnTo>
                  <a:pt x="18421093" y="10417045"/>
                </a:lnTo>
                <a:lnTo>
                  <a:pt x="0" y="10417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987845" y="692077"/>
            <a:ext cx="3418313" cy="897217"/>
          </a:xfrm>
          <a:prstGeom prst="rect">
            <a:avLst/>
          </a:prstGeom>
        </p:spPr>
        <p:txBody>
          <a:bodyPr anchor="t" rtlCol="false" tIns="0" lIns="0" bIns="0" rIns="0">
            <a:spAutoFit/>
          </a:bodyPr>
          <a:lstStyle/>
          <a:p>
            <a:pPr algn="l">
              <a:lnSpc>
                <a:spcPts val="7279"/>
              </a:lnSpc>
            </a:pPr>
            <a:r>
              <a:rPr lang="en-US" b="true" sz="5199">
                <a:solidFill>
                  <a:srgbClr val="1F305D"/>
                </a:solidFill>
                <a:latin typeface="Aileron Bold"/>
                <a:ea typeface="Aileron Bold"/>
                <a:cs typeface="Aileron Bold"/>
                <a:sym typeface="Aileron Bold"/>
              </a:rPr>
              <a:t>Objectives</a:t>
            </a:r>
          </a:p>
        </p:txBody>
      </p:sp>
      <p:sp>
        <p:nvSpPr>
          <p:cNvPr name="TextBox 4" id="4"/>
          <p:cNvSpPr txBox="true"/>
          <p:nvPr/>
        </p:nvSpPr>
        <p:spPr>
          <a:xfrm rot="0">
            <a:off x="1304201" y="2339035"/>
            <a:ext cx="16574729" cy="6284595"/>
          </a:xfrm>
          <a:prstGeom prst="rect">
            <a:avLst/>
          </a:prstGeom>
        </p:spPr>
        <p:txBody>
          <a:bodyPr anchor="t" rtlCol="false" tIns="0" lIns="0" bIns="0" rIns="0">
            <a:spAutoFit/>
          </a:bodyPr>
          <a:lstStyle/>
          <a:p>
            <a:pPr algn="l">
              <a:lnSpc>
                <a:spcPts val="3524"/>
              </a:lnSpc>
            </a:pPr>
            <a:r>
              <a:rPr lang="en-US" sz="3300">
                <a:solidFill>
                  <a:srgbClr val="1F305D"/>
                </a:solidFill>
                <a:latin typeface="Aileron"/>
                <a:ea typeface="Aileron"/>
                <a:cs typeface="Aileron"/>
                <a:sym typeface="Aileron"/>
              </a:rPr>
              <a:t>To create a budget-friendly robotic system using the ESP32-CAM, we will integrate a machine learning model for real-time pipeline inspection and automatic crack detection. To design a robotic car which can navigate through pipelines to inspect the interiors of such confined spaces. To incorporate the ESP32-CAM module to stream live video from inside the pipelines. To design a wireless control mechanism based on Wi-Fi technology to control the robot from a distance. To design a machine learning model to identify cracks in images captured by the robot’s camera. To incorporate a machine learning model within the system to identify defects in the pipelines. To minimize human intervention in dangerous locations. To provide an efficient solution compared to conventional methods.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551" y="-63503"/>
            <a:ext cx="18421093" cy="10417045"/>
          </a:xfrm>
          <a:custGeom>
            <a:avLst/>
            <a:gdLst/>
            <a:ahLst/>
            <a:cxnLst/>
            <a:rect r="r" b="b" t="t" l="l"/>
            <a:pathLst>
              <a:path h="10417045" w="18421093">
                <a:moveTo>
                  <a:pt x="0" y="0"/>
                </a:moveTo>
                <a:lnTo>
                  <a:pt x="18421093" y="0"/>
                </a:lnTo>
                <a:lnTo>
                  <a:pt x="18421093" y="10417045"/>
                </a:lnTo>
                <a:lnTo>
                  <a:pt x="0" y="10417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686550" y="1295838"/>
            <a:ext cx="2670667" cy="897217"/>
          </a:xfrm>
          <a:prstGeom prst="rect">
            <a:avLst/>
          </a:prstGeom>
        </p:spPr>
        <p:txBody>
          <a:bodyPr anchor="t" rtlCol="false" tIns="0" lIns="0" bIns="0" rIns="0">
            <a:spAutoFit/>
          </a:bodyPr>
          <a:lstStyle/>
          <a:p>
            <a:pPr algn="l">
              <a:lnSpc>
                <a:spcPts val="7279"/>
              </a:lnSpc>
            </a:pPr>
            <a:r>
              <a:rPr lang="en-US" b="true" sz="5199">
                <a:solidFill>
                  <a:srgbClr val="1F305D"/>
                </a:solidFill>
                <a:latin typeface="Aileron Bold"/>
                <a:ea typeface="Aileron Bold"/>
                <a:cs typeface="Aileron Bold"/>
                <a:sym typeface="Aileron Bold"/>
              </a:rPr>
              <a:t>Solution</a:t>
            </a:r>
          </a:p>
        </p:txBody>
      </p:sp>
      <p:sp>
        <p:nvSpPr>
          <p:cNvPr name="TextBox 4" id="4"/>
          <p:cNvSpPr txBox="true"/>
          <p:nvPr/>
        </p:nvSpPr>
        <p:spPr>
          <a:xfrm rot="0">
            <a:off x="827027" y="3549072"/>
            <a:ext cx="16966568" cy="2352599"/>
          </a:xfrm>
          <a:prstGeom prst="rect">
            <a:avLst/>
          </a:prstGeom>
        </p:spPr>
        <p:txBody>
          <a:bodyPr anchor="t" rtlCol="false" tIns="0" lIns="0" bIns="0" rIns="0">
            <a:spAutoFit/>
          </a:bodyPr>
          <a:lstStyle/>
          <a:p>
            <a:pPr algn="ctr">
              <a:lnSpc>
                <a:spcPts val="3674"/>
              </a:lnSpc>
            </a:pPr>
            <a:r>
              <a:rPr lang="en-US" sz="3499">
                <a:solidFill>
                  <a:srgbClr val="1F305D"/>
                </a:solidFill>
                <a:latin typeface="Aileron"/>
                <a:ea typeface="Aileron"/>
                <a:cs typeface="Aileron"/>
                <a:sym typeface="Aileron"/>
              </a:rPr>
              <a:t>The ESP32-CAM car moves inside the pipeline and sends live video to the mobile application. The machine learning model analyzes the images and automatically detects cracks in the pipe. The detected crack areas are highlighted on the screen to help in easy identification. This system focuses only on crack detection, making it simple and efficient for visual inspection, maintenance, and monitoring of pipelines.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48" y="3201248"/>
            <a:ext cx="646538" cy="1809579"/>
            <a:chOff x="0" y="0"/>
            <a:chExt cx="646532" cy="1809572"/>
          </a:xfrm>
        </p:grpSpPr>
        <p:sp>
          <p:nvSpPr>
            <p:cNvPr name="Freeform 3" id="3"/>
            <p:cNvSpPr/>
            <p:nvPr/>
          </p:nvSpPr>
          <p:spPr>
            <a:xfrm flipH="false" flipV="false" rot="0">
              <a:off x="3048" y="0"/>
              <a:ext cx="643503" cy="1809490"/>
            </a:xfrm>
            <a:custGeom>
              <a:avLst/>
              <a:gdLst/>
              <a:ahLst/>
              <a:cxnLst/>
              <a:rect r="r" b="b" t="t" l="l"/>
              <a:pathLst>
                <a:path h="1809490" w="643503">
                  <a:moveTo>
                    <a:pt x="0" y="0"/>
                  </a:moveTo>
                  <a:lnTo>
                    <a:pt x="0" y="65405"/>
                  </a:lnTo>
                  <a:lnTo>
                    <a:pt x="226566" y="65405"/>
                  </a:lnTo>
                  <a:lnTo>
                    <a:pt x="226566" y="65151"/>
                  </a:lnTo>
                  <a:cubicBezTo>
                    <a:pt x="420493" y="65151"/>
                    <a:pt x="578225" y="222757"/>
                    <a:pt x="578225" y="416432"/>
                  </a:cubicBezTo>
                  <a:lnTo>
                    <a:pt x="578225" y="1392804"/>
                  </a:lnTo>
                  <a:cubicBezTo>
                    <a:pt x="578225" y="1586733"/>
                    <a:pt x="420493" y="1744339"/>
                    <a:pt x="226566" y="1744339"/>
                  </a:cubicBezTo>
                  <a:lnTo>
                    <a:pt x="0" y="1744339"/>
                  </a:lnTo>
                  <a:lnTo>
                    <a:pt x="0" y="1809490"/>
                  </a:lnTo>
                  <a:lnTo>
                    <a:pt x="226566" y="1809490"/>
                  </a:lnTo>
                  <a:cubicBezTo>
                    <a:pt x="456434" y="1809490"/>
                    <a:pt x="643503" y="1622547"/>
                    <a:pt x="643503" y="1392804"/>
                  </a:cubicBezTo>
                  <a:lnTo>
                    <a:pt x="643503" y="416686"/>
                  </a:lnTo>
                  <a:cubicBezTo>
                    <a:pt x="643503" y="186943"/>
                    <a:pt x="456434" y="0"/>
                    <a:pt x="226566" y="0"/>
                  </a:cubicBezTo>
                  <a:close/>
                </a:path>
              </a:pathLst>
            </a:custGeom>
            <a:solidFill>
              <a:srgbClr val="9CADD4"/>
            </a:solidFill>
          </p:spPr>
        </p:sp>
      </p:grpSp>
      <p:grpSp>
        <p:nvGrpSpPr>
          <p:cNvPr name="Group 4" id="4"/>
          <p:cNvGrpSpPr/>
          <p:nvPr/>
        </p:nvGrpSpPr>
        <p:grpSpPr>
          <a:xfrm rot="0">
            <a:off x="873947" y="5331657"/>
            <a:ext cx="2186797" cy="2185521"/>
            <a:chOff x="0" y="0"/>
            <a:chExt cx="2186800" cy="2185518"/>
          </a:xfrm>
        </p:grpSpPr>
        <p:sp>
          <p:nvSpPr>
            <p:cNvPr name="Freeform 5" id="5"/>
            <p:cNvSpPr/>
            <p:nvPr/>
          </p:nvSpPr>
          <p:spPr>
            <a:xfrm flipH="false" flipV="false" rot="0">
              <a:off x="0" y="0"/>
              <a:ext cx="2186817" cy="2185541"/>
            </a:xfrm>
            <a:custGeom>
              <a:avLst/>
              <a:gdLst/>
              <a:ahLst/>
              <a:cxnLst/>
              <a:rect r="r" b="b" t="t" l="l"/>
              <a:pathLst>
                <a:path h="2185541" w="2186817">
                  <a:moveTo>
                    <a:pt x="499746" y="2185541"/>
                  </a:moveTo>
                  <a:lnTo>
                    <a:pt x="1687071" y="2185541"/>
                  </a:lnTo>
                  <a:cubicBezTo>
                    <a:pt x="1962535" y="2185541"/>
                    <a:pt x="2186817" y="1961386"/>
                    <a:pt x="2186817" y="1686050"/>
                  </a:cubicBezTo>
                  <a:lnTo>
                    <a:pt x="2186817" y="499491"/>
                  </a:lnTo>
                  <a:cubicBezTo>
                    <a:pt x="2186817" y="224155"/>
                    <a:pt x="1962535" y="0"/>
                    <a:pt x="1687071" y="0"/>
                  </a:cubicBezTo>
                  <a:lnTo>
                    <a:pt x="499746" y="0"/>
                  </a:lnTo>
                  <a:cubicBezTo>
                    <a:pt x="224282" y="0"/>
                    <a:pt x="0" y="224155"/>
                    <a:pt x="0" y="499491"/>
                  </a:cubicBezTo>
                  <a:lnTo>
                    <a:pt x="0" y="1686051"/>
                  </a:lnTo>
                  <a:cubicBezTo>
                    <a:pt x="0" y="1961386"/>
                    <a:pt x="224282" y="2185541"/>
                    <a:pt x="499746" y="2185541"/>
                  </a:cubicBezTo>
                  <a:close/>
                  <a:moveTo>
                    <a:pt x="1687071" y="65151"/>
                  </a:moveTo>
                  <a:cubicBezTo>
                    <a:pt x="1926594" y="65151"/>
                    <a:pt x="2121539" y="259842"/>
                    <a:pt x="2121539" y="499364"/>
                  </a:cubicBezTo>
                  <a:lnTo>
                    <a:pt x="2121539" y="1685923"/>
                  </a:lnTo>
                  <a:cubicBezTo>
                    <a:pt x="2121539" y="1925318"/>
                    <a:pt x="1926721" y="2120136"/>
                    <a:pt x="1687071" y="2120136"/>
                  </a:cubicBezTo>
                  <a:lnTo>
                    <a:pt x="499746" y="2120136"/>
                  </a:lnTo>
                  <a:cubicBezTo>
                    <a:pt x="260223" y="2120136"/>
                    <a:pt x="65278" y="1925445"/>
                    <a:pt x="65278" y="1685923"/>
                  </a:cubicBezTo>
                  <a:lnTo>
                    <a:pt x="65278" y="499491"/>
                  </a:lnTo>
                  <a:cubicBezTo>
                    <a:pt x="65278" y="260096"/>
                    <a:pt x="260096" y="65278"/>
                    <a:pt x="499746" y="65278"/>
                  </a:cubicBezTo>
                  <a:lnTo>
                    <a:pt x="1687071" y="65278"/>
                  </a:lnTo>
                  <a:close/>
                </a:path>
              </a:pathLst>
            </a:custGeom>
            <a:solidFill>
              <a:srgbClr val="9CADD4"/>
            </a:solidFill>
          </p:spPr>
        </p:sp>
      </p:grpSp>
      <p:grpSp>
        <p:nvGrpSpPr>
          <p:cNvPr name="Group 6" id="6"/>
          <p:cNvGrpSpPr/>
          <p:nvPr/>
        </p:nvGrpSpPr>
        <p:grpSpPr>
          <a:xfrm rot="0">
            <a:off x="3205162" y="2925680"/>
            <a:ext cx="1213885" cy="1212961"/>
            <a:chOff x="0" y="0"/>
            <a:chExt cx="1213879" cy="1212964"/>
          </a:xfrm>
        </p:grpSpPr>
        <p:sp>
          <p:nvSpPr>
            <p:cNvPr name="Freeform 7" id="7"/>
            <p:cNvSpPr/>
            <p:nvPr/>
          </p:nvSpPr>
          <p:spPr>
            <a:xfrm flipH="false" flipV="false" rot="0">
              <a:off x="0" y="1651"/>
              <a:ext cx="1213860" cy="1211328"/>
            </a:xfrm>
            <a:custGeom>
              <a:avLst/>
              <a:gdLst/>
              <a:ahLst/>
              <a:cxnLst/>
              <a:rect r="r" b="b" t="t" l="l"/>
              <a:pathLst>
                <a:path h="1211328" w="1213860">
                  <a:moveTo>
                    <a:pt x="928238" y="63500"/>
                  </a:moveTo>
                  <a:cubicBezTo>
                    <a:pt x="1049650" y="63500"/>
                    <a:pt x="1148455" y="162179"/>
                    <a:pt x="1148455" y="283592"/>
                  </a:cubicBezTo>
                  <a:lnTo>
                    <a:pt x="1148455" y="925832"/>
                  </a:lnTo>
                  <a:cubicBezTo>
                    <a:pt x="1148455" y="1047244"/>
                    <a:pt x="1049777" y="1145923"/>
                    <a:pt x="928238" y="1145923"/>
                  </a:cubicBezTo>
                  <a:lnTo>
                    <a:pt x="285622" y="1145923"/>
                  </a:lnTo>
                  <a:cubicBezTo>
                    <a:pt x="164210" y="1145923"/>
                    <a:pt x="65405" y="1047244"/>
                    <a:pt x="65405" y="925832"/>
                  </a:cubicBezTo>
                  <a:lnTo>
                    <a:pt x="65405" y="283846"/>
                  </a:lnTo>
                  <a:cubicBezTo>
                    <a:pt x="65405" y="162433"/>
                    <a:pt x="164083" y="63754"/>
                    <a:pt x="285622" y="63754"/>
                  </a:cubicBezTo>
                  <a:lnTo>
                    <a:pt x="928238" y="63754"/>
                  </a:lnTo>
                  <a:lnTo>
                    <a:pt x="928238" y="63500"/>
                  </a:lnTo>
                  <a:close/>
                  <a:moveTo>
                    <a:pt x="254507" y="0"/>
                  </a:moveTo>
                  <a:cubicBezTo>
                    <a:pt x="111632" y="15621"/>
                    <a:pt x="0" y="136906"/>
                    <a:pt x="0" y="283846"/>
                  </a:cubicBezTo>
                  <a:lnTo>
                    <a:pt x="0" y="926086"/>
                  </a:lnTo>
                  <a:cubicBezTo>
                    <a:pt x="254" y="1083312"/>
                    <a:pt x="128142" y="1211328"/>
                    <a:pt x="285622" y="1211328"/>
                  </a:cubicBezTo>
                  <a:lnTo>
                    <a:pt x="928238" y="1211328"/>
                  </a:lnTo>
                  <a:cubicBezTo>
                    <a:pt x="1085718" y="1211328"/>
                    <a:pt x="1213860" y="1083312"/>
                    <a:pt x="1213860" y="925832"/>
                  </a:cubicBezTo>
                  <a:lnTo>
                    <a:pt x="1213860" y="283846"/>
                  </a:lnTo>
                  <a:cubicBezTo>
                    <a:pt x="1213860" y="136906"/>
                    <a:pt x="1102355" y="15621"/>
                    <a:pt x="959353" y="0"/>
                  </a:cubicBezTo>
                  <a:close/>
                </a:path>
              </a:pathLst>
            </a:custGeom>
            <a:solidFill>
              <a:srgbClr val="9CADD4"/>
            </a:solidFill>
          </p:spPr>
        </p:sp>
      </p:grpSp>
      <p:grpSp>
        <p:nvGrpSpPr>
          <p:cNvPr name="Group 8" id="8"/>
          <p:cNvGrpSpPr/>
          <p:nvPr/>
        </p:nvGrpSpPr>
        <p:grpSpPr>
          <a:xfrm rot="0">
            <a:off x="3646341" y="5320932"/>
            <a:ext cx="816693" cy="816216"/>
            <a:chOff x="0" y="0"/>
            <a:chExt cx="816699" cy="816216"/>
          </a:xfrm>
        </p:grpSpPr>
        <p:sp>
          <p:nvSpPr>
            <p:cNvPr name="Freeform 9" id="9"/>
            <p:cNvSpPr/>
            <p:nvPr/>
          </p:nvSpPr>
          <p:spPr>
            <a:xfrm flipH="false" flipV="false" rot="0">
              <a:off x="0" y="0"/>
              <a:ext cx="816741" cy="816353"/>
            </a:xfrm>
            <a:custGeom>
              <a:avLst/>
              <a:gdLst/>
              <a:ahLst/>
              <a:cxnLst/>
              <a:rect r="r" b="b" t="t" l="l"/>
              <a:pathLst>
                <a:path h="816353" w="816741">
                  <a:moveTo>
                    <a:pt x="198121" y="816226"/>
                  </a:moveTo>
                  <a:lnTo>
                    <a:pt x="618620" y="816226"/>
                  </a:lnTo>
                  <a:cubicBezTo>
                    <a:pt x="727840" y="816226"/>
                    <a:pt x="816741" y="727454"/>
                    <a:pt x="816741" y="618234"/>
                  </a:cubicBezTo>
                  <a:lnTo>
                    <a:pt x="816741" y="197992"/>
                  </a:lnTo>
                  <a:cubicBezTo>
                    <a:pt x="816741" y="88773"/>
                    <a:pt x="727840" y="0"/>
                    <a:pt x="618620" y="0"/>
                  </a:cubicBezTo>
                  <a:lnTo>
                    <a:pt x="198121" y="0"/>
                  </a:lnTo>
                  <a:cubicBezTo>
                    <a:pt x="88773" y="0"/>
                    <a:pt x="0" y="88773"/>
                    <a:pt x="0" y="197992"/>
                  </a:cubicBezTo>
                  <a:lnTo>
                    <a:pt x="0" y="618361"/>
                  </a:lnTo>
                  <a:cubicBezTo>
                    <a:pt x="0" y="727581"/>
                    <a:pt x="88773" y="816353"/>
                    <a:pt x="198121" y="816353"/>
                  </a:cubicBezTo>
                  <a:close/>
                  <a:moveTo>
                    <a:pt x="618620" y="65405"/>
                  </a:moveTo>
                  <a:cubicBezTo>
                    <a:pt x="691772" y="65405"/>
                    <a:pt x="751462" y="124968"/>
                    <a:pt x="751462" y="198119"/>
                  </a:cubicBezTo>
                  <a:lnTo>
                    <a:pt x="751462" y="618488"/>
                  </a:lnTo>
                  <a:cubicBezTo>
                    <a:pt x="751462" y="691640"/>
                    <a:pt x="691772" y="751203"/>
                    <a:pt x="618620" y="751203"/>
                  </a:cubicBezTo>
                  <a:lnTo>
                    <a:pt x="198121" y="751203"/>
                  </a:lnTo>
                  <a:cubicBezTo>
                    <a:pt x="124969" y="751203"/>
                    <a:pt x="65278" y="691640"/>
                    <a:pt x="65278" y="618488"/>
                  </a:cubicBezTo>
                  <a:lnTo>
                    <a:pt x="65278" y="198119"/>
                  </a:lnTo>
                  <a:cubicBezTo>
                    <a:pt x="65278" y="124968"/>
                    <a:pt x="124969" y="65405"/>
                    <a:pt x="198121" y="65405"/>
                  </a:cubicBezTo>
                  <a:lnTo>
                    <a:pt x="618620" y="65405"/>
                  </a:lnTo>
                  <a:close/>
                </a:path>
              </a:pathLst>
            </a:custGeom>
            <a:solidFill>
              <a:srgbClr val="9CADD4"/>
            </a:solidFill>
          </p:spPr>
        </p:sp>
      </p:grpSp>
      <p:grpSp>
        <p:nvGrpSpPr>
          <p:cNvPr name="Group 10" id="10"/>
          <p:cNvGrpSpPr/>
          <p:nvPr/>
        </p:nvGrpSpPr>
        <p:grpSpPr>
          <a:xfrm rot="0">
            <a:off x="4397588" y="7142302"/>
            <a:ext cx="1213885" cy="1213180"/>
            <a:chOff x="0" y="0"/>
            <a:chExt cx="1213879" cy="1213180"/>
          </a:xfrm>
        </p:grpSpPr>
        <p:sp>
          <p:nvSpPr>
            <p:cNvPr name="Freeform 11" id="11"/>
            <p:cNvSpPr/>
            <p:nvPr/>
          </p:nvSpPr>
          <p:spPr>
            <a:xfrm flipH="false" flipV="false" rot="0">
              <a:off x="0" y="0"/>
              <a:ext cx="1213860" cy="1213235"/>
            </a:xfrm>
            <a:custGeom>
              <a:avLst/>
              <a:gdLst/>
              <a:ahLst/>
              <a:cxnLst/>
              <a:rect r="r" b="b" t="t" l="l"/>
              <a:pathLst>
                <a:path h="1213235" w="1213860">
                  <a:moveTo>
                    <a:pt x="285622" y="1213235"/>
                  </a:moveTo>
                  <a:lnTo>
                    <a:pt x="928238" y="1213235"/>
                  </a:lnTo>
                  <a:cubicBezTo>
                    <a:pt x="1085718" y="1213235"/>
                    <a:pt x="1213860" y="1085218"/>
                    <a:pt x="1213860" y="927738"/>
                  </a:cubicBezTo>
                  <a:lnTo>
                    <a:pt x="1213860" y="285497"/>
                  </a:lnTo>
                  <a:cubicBezTo>
                    <a:pt x="1213860" y="128016"/>
                    <a:pt x="1085718" y="0"/>
                    <a:pt x="928238" y="0"/>
                  </a:cubicBezTo>
                  <a:lnTo>
                    <a:pt x="285622" y="0"/>
                  </a:lnTo>
                  <a:cubicBezTo>
                    <a:pt x="128142" y="0"/>
                    <a:pt x="0" y="128016"/>
                    <a:pt x="0" y="285497"/>
                  </a:cubicBezTo>
                  <a:lnTo>
                    <a:pt x="0" y="927738"/>
                  </a:lnTo>
                  <a:cubicBezTo>
                    <a:pt x="254" y="1085092"/>
                    <a:pt x="128142" y="1213235"/>
                    <a:pt x="285622" y="1213235"/>
                  </a:cubicBezTo>
                  <a:close/>
                  <a:moveTo>
                    <a:pt x="928238" y="65405"/>
                  </a:moveTo>
                  <a:cubicBezTo>
                    <a:pt x="1049650" y="65405"/>
                    <a:pt x="1148455" y="164085"/>
                    <a:pt x="1148455" y="285497"/>
                  </a:cubicBezTo>
                  <a:lnTo>
                    <a:pt x="1148455" y="927738"/>
                  </a:lnTo>
                  <a:cubicBezTo>
                    <a:pt x="1148455" y="1049150"/>
                    <a:pt x="1049777" y="1147830"/>
                    <a:pt x="928238" y="1147830"/>
                  </a:cubicBezTo>
                  <a:lnTo>
                    <a:pt x="285622" y="1147830"/>
                  </a:lnTo>
                  <a:cubicBezTo>
                    <a:pt x="164210" y="1147830"/>
                    <a:pt x="65405" y="1049150"/>
                    <a:pt x="65405" y="927738"/>
                  </a:cubicBezTo>
                  <a:lnTo>
                    <a:pt x="65405" y="285497"/>
                  </a:lnTo>
                  <a:cubicBezTo>
                    <a:pt x="65405" y="164085"/>
                    <a:pt x="164083" y="65405"/>
                    <a:pt x="285622" y="65405"/>
                  </a:cubicBezTo>
                  <a:lnTo>
                    <a:pt x="928238" y="65405"/>
                  </a:lnTo>
                  <a:close/>
                </a:path>
              </a:pathLst>
            </a:custGeom>
            <a:solidFill>
              <a:srgbClr val="9CADD4"/>
            </a:solidFill>
          </p:spPr>
        </p:sp>
      </p:grpSp>
      <p:grpSp>
        <p:nvGrpSpPr>
          <p:cNvPr name="Group 12" id="12"/>
          <p:cNvGrpSpPr/>
          <p:nvPr/>
        </p:nvGrpSpPr>
        <p:grpSpPr>
          <a:xfrm rot="0">
            <a:off x="6197060" y="5940495"/>
            <a:ext cx="816693" cy="816216"/>
            <a:chOff x="0" y="0"/>
            <a:chExt cx="816699" cy="816216"/>
          </a:xfrm>
        </p:grpSpPr>
        <p:sp>
          <p:nvSpPr>
            <p:cNvPr name="Freeform 13" id="13"/>
            <p:cNvSpPr/>
            <p:nvPr/>
          </p:nvSpPr>
          <p:spPr>
            <a:xfrm flipH="false" flipV="false" rot="0">
              <a:off x="0" y="0"/>
              <a:ext cx="816105" cy="816353"/>
            </a:xfrm>
            <a:custGeom>
              <a:avLst/>
              <a:gdLst/>
              <a:ahLst/>
              <a:cxnLst/>
              <a:rect r="r" b="b" t="t" l="l"/>
              <a:pathLst>
                <a:path h="816353" w="816105">
                  <a:moveTo>
                    <a:pt x="618620" y="65151"/>
                  </a:moveTo>
                  <a:cubicBezTo>
                    <a:pt x="691772" y="65151"/>
                    <a:pt x="751462" y="124714"/>
                    <a:pt x="751462" y="197865"/>
                  </a:cubicBezTo>
                  <a:lnTo>
                    <a:pt x="751462" y="618234"/>
                  </a:lnTo>
                  <a:cubicBezTo>
                    <a:pt x="751462" y="691386"/>
                    <a:pt x="691772" y="750949"/>
                    <a:pt x="618620" y="750949"/>
                  </a:cubicBezTo>
                  <a:lnTo>
                    <a:pt x="198121" y="750949"/>
                  </a:lnTo>
                  <a:cubicBezTo>
                    <a:pt x="124969" y="750949"/>
                    <a:pt x="65278" y="691386"/>
                    <a:pt x="65278" y="618234"/>
                  </a:cubicBezTo>
                  <a:lnTo>
                    <a:pt x="65278" y="197992"/>
                  </a:lnTo>
                  <a:cubicBezTo>
                    <a:pt x="65278" y="124841"/>
                    <a:pt x="124969" y="65278"/>
                    <a:pt x="198121" y="65278"/>
                  </a:cubicBezTo>
                  <a:close/>
                  <a:moveTo>
                    <a:pt x="198121" y="0"/>
                  </a:moveTo>
                  <a:cubicBezTo>
                    <a:pt x="88773" y="0"/>
                    <a:pt x="0" y="88773"/>
                    <a:pt x="0" y="197992"/>
                  </a:cubicBezTo>
                  <a:lnTo>
                    <a:pt x="0" y="618361"/>
                  </a:lnTo>
                  <a:cubicBezTo>
                    <a:pt x="0" y="727581"/>
                    <a:pt x="88773" y="816353"/>
                    <a:pt x="198121" y="816353"/>
                  </a:cubicBezTo>
                  <a:lnTo>
                    <a:pt x="618620" y="816353"/>
                  </a:lnTo>
                  <a:cubicBezTo>
                    <a:pt x="722633" y="816353"/>
                    <a:pt x="808231" y="735836"/>
                    <a:pt x="816105" y="633855"/>
                  </a:cubicBezTo>
                  <a:lnTo>
                    <a:pt x="816105" y="182498"/>
                  </a:lnTo>
                  <a:cubicBezTo>
                    <a:pt x="808231" y="80518"/>
                    <a:pt x="722633" y="0"/>
                    <a:pt x="618620" y="0"/>
                  </a:cubicBezTo>
                  <a:close/>
                </a:path>
              </a:pathLst>
            </a:custGeom>
            <a:solidFill>
              <a:srgbClr val="9CADD4"/>
            </a:solidFill>
          </p:spPr>
        </p:sp>
      </p:grpSp>
      <p:grpSp>
        <p:nvGrpSpPr>
          <p:cNvPr name="Group 14" id="14"/>
          <p:cNvGrpSpPr/>
          <p:nvPr/>
        </p:nvGrpSpPr>
        <p:grpSpPr>
          <a:xfrm rot="0">
            <a:off x="10717673" y="2480939"/>
            <a:ext cx="862327" cy="862327"/>
            <a:chOff x="0" y="0"/>
            <a:chExt cx="862330" cy="862330"/>
          </a:xfrm>
        </p:grpSpPr>
        <p:sp>
          <p:nvSpPr>
            <p:cNvPr name="Freeform 15" id="15"/>
            <p:cNvSpPr/>
            <p:nvPr/>
          </p:nvSpPr>
          <p:spPr>
            <a:xfrm flipH="false" flipV="false" rot="0">
              <a:off x="0" y="0"/>
              <a:ext cx="862329" cy="862329"/>
            </a:xfrm>
            <a:custGeom>
              <a:avLst/>
              <a:gdLst/>
              <a:ahLst/>
              <a:cxnLst/>
              <a:rect r="r" b="b" t="t" l="l"/>
              <a:pathLst>
                <a:path h="862329" w="862329">
                  <a:moveTo>
                    <a:pt x="653160" y="68834"/>
                  </a:moveTo>
                  <a:cubicBezTo>
                    <a:pt x="730376" y="68834"/>
                    <a:pt x="793368" y="131826"/>
                    <a:pt x="793368" y="209042"/>
                  </a:cubicBezTo>
                  <a:lnTo>
                    <a:pt x="793368" y="653160"/>
                  </a:lnTo>
                  <a:cubicBezTo>
                    <a:pt x="793368" y="730376"/>
                    <a:pt x="730376" y="793368"/>
                    <a:pt x="653160" y="793368"/>
                  </a:cubicBezTo>
                  <a:lnTo>
                    <a:pt x="209169" y="793368"/>
                  </a:lnTo>
                  <a:cubicBezTo>
                    <a:pt x="131953" y="793368"/>
                    <a:pt x="68961" y="730376"/>
                    <a:pt x="68961" y="653160"/>
                  </a:cubicBezTo>
                  <a:lnTo>
                    <a:pt x="68961" y="209169"/>
                  </a:lnTo>
                  <a:cubicBezTo>
                    <a:pt x="68961" y="131953"/>
                    <a:pt x="131953" y="68961"/>
                    <a:pt x="209169" y="68961"/>
                  </a:cubicBezTo>
                  <a:close/>
                  <a:moveTo>
                    <a:pt x="209169" y="0"/>
                  </a:moveTo>
                  <a:cubicBezTo>
                    <a:pt x="93980" y="0"/>
                    <a:pt x="254" y="93472"/>
                    <a:pt x="0" y="208534"/>
                  </a:cubicBezTo>
                  <a:lnTo>
                    <a:pt x="0" y="653795"/>
                  </a:lnTo>
                  <a:cubicBezTo>
                    <a:pt x="254" y="768857"/>
                    <a:pt x="93980" y="862329"/>
                    <a:pt x="209169" y="862329"/>
                  </a:cubicBezTo>
                  <a:lnTo>
                    <a:pt x="653160" y="862329"/>
                  </a:lnTo>
                  <a:cubicBezTo>
                    <a:pt x="768476" y="862329"/>
                    <a:pt x="862329" y="768476"/>
                    <a:pt x="862329" y="653160"/>
                  </a:cubicBezTo>
                  <a:lnTo>
                    <a:pt x="862329" y="209169"/>
                  </a:lnTo>
                  <a:cubicBezTo>
                    <a:pt x="862329" y="93853"/>
                    <a:pt x="768476" y="0"/>
                    <a:pt x="653160" y="0"/>
                  </a:cubicBezTo>
                  <a:close/>
                </a:path>
              </a:pathLst>
            </a:custGeom>
            <a:solidFill>
              <a:srgbClr val="9CADD4"/>
            </a:solidFill>
          </p:spPr>
        </p:sp>
      </p:grpSp>
      <p:grpSp>
        <p:nvGrpSpPr>
          <p:cNvPr name="Group 16" id="16"/>
          <p:cNvGrpSpPr/>
          <p:nvPr/>
        </p:nvGrpSpPr>
        <p:grpSpPr>
          <a:xfrm rot="0">
            <a:off x="12198315" y="791851"/>
            <a:ext cx="1281713" cy="1281713"/>
            <a:chOff x="0" y="0"/>
            <a:chExt cx="1281709" cy="1281709"/>
          </a:xfrm>
        </p:grpSpPr>
        <p:sp>
          <p:nvSpPr>
            <p:cNvPr name="Freeform 17" id="17"/>
            <p:cNvSpPr/>
            <p:nvPr/>
          </p:nvSpPr>
          <p:spPr>
            <a:xfrm flipH="false" flipV="false" rot="0">
              <a:off x="0" y="1905"/>
              <a:ext cx="1281805" cy="1279900"/>
            </a:xfrm>
            <a:custGeom>
              <a:avLst/>
              <a:gdLst/>
              <a:ahLst/>
              <a:cxnLst/>
              <a:rect r="r" b="b" t="t" l="l"/>
              <a:pathLst>
                <a:path h="1279900" w="1281805">
                  <a:moveTo>
                    <a:pt x="980181" y="67183"/>
                  </a:moveTo>
                  <a:cubicBezTo>
                    <a:pt x="1108451" y="67183"/>
                    <a:pt x="1212590" y="171449"/>
                    <a:pt x="1212590" y="299592"/>
                  </a:cubicBezTo>
                  <a:lnTo>
                    <a:pt x="1212590" y="978276"/>
                  </a:lnTo>
                  <a:cubicBezTo>
                    <a:pt x="1212590" y="1106546"/>
                    <a:pt x="1108324" y="1210685"/>
                    <a:pt x="980181" y="1210685"/>
                  </a:cubicBezTo>
                  <a:lnTo>
                    <a:pt x="301624" y="1210685"/>
                  </a:lnTo>
                  <a:cubicBezTo>
                    <a:pt x="173354" y="1210685"/>
                    <a:pt x="69215" y="1106419"/>
                    <a:pt x="69215" y="978276"/>
                  </a:cubicBezTo>
                  <a:lnTo>
                    <a:pt x="69215" y="299719"/>
                  </a:lnTo>
                  <a:cubicBezTo>
                    <a:pt x="69215" y="171449"/>
                    <a:pt x="173481" y="67310"/>
                    <a:pt x="301624" y="67310"/>
                  </a:cubicBezTo>
                  <a:close/>
                  <a:moveTo>
                    <a:pt x="267207" y="0"/>
                  </a:moveTo>
                  <a:cubicBezTo>
                    <a:pt x="116966" y="17145"/>
                    <a:pt x="0" y="145033"/>
                    <a:pt x="0" y="299719"/>
                  </a:cubicBezTo>
                  <a:lnTo>
                    <a:pt x="0" y="978276"/>
                  </a:lnTo>
                  <a:cubicBezTo>
                    <a:pt x="0" y="1144519"/>
                    <a:pt x="135254" y="1279900"/>
                    <a:pt x="301624" y="1279900"/>
                  </a:cubicBezTo>
                  <a:lnTo>
                    <a:pt x="980181" y="1279900"/>
                  </a:lnTo>
                  <a:cubicBezTo>
                    <a:pt x="1146424" y="1279900"/>
                    <a:pt x="1281805" y="1144645"/>
                    <a:pt x="1281805" y="978276"/>
                  </a:cubicBezTo>
                  <a:lnTo>
                    <a:pt x="1281805" y="299719"/>
                  </a:lnTo>
                  <a:cubicBezTo>
                    <a:pt x="1281551" y="145033"/>
                    <a:pt x="1164711" y="17145"/>
                    <a:pt x="1014471" y="0"/>
                  </a:cubicBezTo>
                  <a:close/>
                </a:path>
              </a:pathLst>
            </a:custGeom>
            <a:solidFill>
              <a:srgbClr val="9CADD4"/>
            </a:solidFill>
          </p:spPr>
        </p:sp>
      </p:grpSp>
      <p:grpSp>
        <p:nvGrpSpPr>
          <p:cNvPr name="Group 18" id="18"/>
          <p:cNvGrpSpPr/>
          <p:nvPr/>
        </p:nvGrpSpPr>
        <p:grpSpPr>
          <a:xfrm rot="0">
            <a:off x="13410933" y="3135506"/>
            <a:ext cx="862336" cy="862327"/>
            <a:chOff x="0" y="0"/>
            <a:chExt cx="862330" cy="862330"/>
          </a:xfrm>
        </p:grpSpPr>
        <p:sp>
          <p:nvSpPr>
            <p:cNvPr name="Freeform 19" id="19"/>
            <p:cNvSpPr/>
            <p:nvPr/>
          </p:nvSpPr>
          <p:spPr>
            <a:xfrm flipH="false" flipV="false" rot="0">
              <a:off x="0" y="0"/>
              <a:ext cx="862328" cy="862329"/>
            </a:xfrm>
            <a:custGeom>
              <a:avLst/>
              <a:gdLst/>
              <a:ahLst/>
              <a:cxnLst/>
              <a:rect r="r" b="b" t="t" l="l"/>
              <a:pathLst>
                <a:path h="862329" w="862328">
                  <a:moveTo>
                    <a:pt x="653160" y="0"/>
                  </a:moveTo>
                  <a:lnTo>
                    <a:pt x="209169" y="0"/>
                  </a:lnTo>
                  <a:cubicBezTo>
                    <a:pt x="93853" y="0"/>
                    <a:pt x="0" y="93853"/>
                    <a:pt x="0" y="209169"/>
                  </a:cubicBezTo>
                  <a:lnTo>
                    <a:pt x="0" y="653160"/>
                  </a:lnTo>
                  <a:cubicBezTo>
                    <a:pt x="0" y="768476"/>
                    <a:pt x="93853" y="862329"/>
                    <a:pt x="209169" y="862329"/>
                  </a:cubicBezTo>
                  <a:lnTo>
                    <a:pt x="653160" y="862329"/>
                  </a:lnTo>
                  <a:cubicBezTo>
                    <a:pt x="768475" y="862329"/>
                    <a:pt x="862328" y="768476"/>
                    <a:pt x="862328" y="653160"/>
                  </a:cubicBezTo>
                  <a:lnTo>
                    <a:pt x="862328" y="209169"/>
                  </a:lnTo>
                  <a:cubicBezTo>
                    <a:pt x="862328" y="93853"/>
                    <a:pt x="768475" y="0"/>
                    <a:pt x="653160" y="0"/>
                  </a:cubicBezTo>
                  <a:close/>
                  <a:moveTo>
                    <a:pt x="209169" y="793241"/>
                  </a:moveTo>
                  <a:cubicBezTo>
                    <a:pt x="131953" y="793241"/>
                    <a:pt x="68961" y="730249"/>
                    <a:pt x="68961" y="653033"/>
                  </a:cubicBezTo>
                  <a:lnTo>
                    <a:pt x="68961" y="208915"/>
                  </a:lnTo>
                  <a:cubicBezTo>
                    <a:pt x="68961" y="131699"/>
                    <a:pt x="131953" y="68707"/>
                    <a:pt x="209169" y="68707"/>
                  </a:cubicBezTo>
                  <a:lnTo>
                    <a:pt x="653160" y="68707"/>
                  </a:lnTo>
                  <a:cubicBezTo>
                    <a:pt x="730375" y="68707"/>
                    <a:pt x="793367" y="131699"/>
                    <a:pt x="793367" y="208915"/>
                  </a:cubicBezTo>
                  <a:lnTo>
                    <a:pt x="793367" y="653033"/>
                  </a:lnTo>
                  <a:cubicBezTo>
                    <a:pt x="793367" y="730249"/>
                    <a:pt x="730375" y="793241"/>
                    <a:pt x="653160" y="793241"/>
                  </a:cubicBezTo>
                  <a:lnTo>
                    <a:pt x="209169" y="793241"/>
                  </a:lnTo>
                  <a:close/>
                </a:path>
              </a:pathLst>
            </a:custGeom>
            <a:solidFill>
              <a:srgbClr val="9CADD4"/>
            </a:solidFill>
          </p:spPr>
        </p:sp>
      </p:grpSp>
      <p:grpSp>
        <p:nvGrpSpPr>
          <p:cNvPr name="Group 20" id="20"/>
          <p:cNvGrpSpPr/>
          <p:nvPr/>
        </p:nvGrpSpPr>
        <p:grpSpPr>
          <a:xfrm rot="0">
            <a:off x="13457377" y="5246922"/>
            <a:ext cx="1281713" cy="1281494"/>
            <a:chOff x="0" y="0"/>
            <a:chExt cx="1281709" cy="1281494"/>
          </a:xfrm>
        </p:grpSpPr>
        <p:sp>
          <p:nvSpPr>
            <p:cNvPr name="Freeform 21" id="21"/>
            <p:cNvSpPr/>
            <p:nvPr/>
          </p:nvSpPr>
          <p:spPr>
            <a:xfrm flipH="false" flipV="false" rot="0">
              <a:off x="0" y="0"/>
              <a:ext cx="1281678" cy="1280926"/>
            </a:xfrm>
            <a:custGeom>
              <a:avLst/>
              <a:gdLst/>
              <a:ahLst/>
              <a:cxnLst/>
              <a:rect r="r" b="b" t="t" l="l"/>
              <a:pathLst>
                <a:path h="1280926" w="1281678">
                  <a:moveTo>
                    <a:pt x="980181" y="69088"/>
                  </a:moveTo>
                  <a:cubicBezTo>
                    <a:pt x="1108451" y="69088"/>
                    <a:pt x="1212590" y="173356"/>
                    <a:pt x="1212590" y="301499"/>
                  </a:cubicBezTo>
                  <a:lnTo>
                    <a:pt x="1212590" y="979935"/>
                  </a:lnTo>
                  <a:cubicBezTo>
                    <a:pt x="1212590" y="1108206"/>
                    <a:pt x="1108324" y="1212346"/>
                    <a:pt x="980181" y="1212346"/>
                  </a:cubicBezTo>
                  <a:lnTo>
                    <a:pt x="301624" y="1212346"/>
                  </a:lnTo>
                  <a:lnTo>
                    <a:pt x="301624" y="1212600"/>
                  </a:lnTo>
                  <a:cubicBezTo>
                    <a:pt x="173354" y="1212600"/>
                    <a:pt x="69215" y="1108333"/>
                    <a:pt x="69215" y="980189"/>
                  </a:cubicBezTo>
                  <a:lnTo>
                    <a:pt x="69215" y="301626"/>
                  </a:lnTo>
                  <a:cubicBezTo>
                    <a:pt x="69215" y="173356"/>
                    <a:pt x="173481" y="69215"/>
                    <a:pt x="301624" y="69215"/>
                  </a:cubicBezTo>
                  <a:close/>
                  <a:moveTo>
                    <a:pt x="301624" y="0"/>
                  </a:moveTo>
                  <a:cubicBezTo>
                    <a:pt x="135254" y="0"/>
                    <a:pt x="0" y="135255"/>
                    <a:pt x="0" y="301626"/>
                  </a:cubicBezTo>
                  <a:lnTo>
                    <a:pt x="0" y="979935"/>
                  </a:lnTo>
                  <a:cubicBezTo>
                    <a:pt x="0" y="1139956"/>
                    <a:pt x="125221" y="1271274"/>
                    <a:pt x="282828" y="1280926"/>
                  </a:cubicBezTo>
                  <a:lnTo>
                    <a:pt x="998850" y="1280926"/>
                  </a:lnTo>
                  <a:cubicBezTo>
                    <a:pt x="1156457" y="1271274"/>
                    <a:pt x="1281678" y="1139956"/>
                    <a:pt x="1281678" y="979935"/>
                  </a:cubicBezTo>
                  <a:lnTo>
                    <a:pt x="1281678" y="301372"/>
                  </a:lnTo>
                  <a:cubicBezTo>
                    <a:pt x="1281424" y="135255"/>
                    <a:pt x="1146423" y="0"/>
                    <a:pt x="980181" y="0"/>
                  </a:cubicBezTo>
                  <a:close/>
                </a:path>
              </a:pathLst>
            </a:custGeom>
            <a:solidFill>
              <a:srgbClr val="9CADD4"/>
            </a:solidFill>
          </p:spPr>
        </p:sp>
      </p:grpSp>
      <p:grpSp>
        <p:nvGrpSpPr>
          <p:cNvPr name="Group 22" id="22"/>
          <p:cNvGrpSpPr/>
          <p:nvPr/>
        </p:nvGrpSpPr>
        <p:grpSpPr>
          <a:xfrm rot="0">
            <a:off x="14891576" y="1677514"/>
            <a:ext cx="2308993" cy="2308993"/>
            <a:chOff x="0" y="0"/>
            <a:chExt cx="2308987" cy="2308987"/>
          </a:xfrm>
        </p:grpSpPr>
        <p:sp>
          <p:nvSpPr>
            <p:cNvPr name="Freeform 23" id="23"/>
            <p:cNvSpPr/>
            <p:nvPr/>
          </p:nvSpPr>
          <p:spPr>
            <a:xfrm flipH="false" flipV="false" rot="0">
              <a:off x="0" y="0"/>
              <a:ext cx="2308983" cy="2308983"/>
            </a:xfrm>
            <a:custGeom>
              <a:avLst/>
              <a:gdLst/>
              <a:ahLst/>
              <a:cxnLst/>
              <a:rect r="r" b="b" t="t" l="l"/>
              <a:pathLst>
                <a:path h="2308983" w="2308983">
                  <a:moveTo>
                    <a:pt x="1781299" y="0"/>
                  </a:moveTo>
                  <a:lnTo>
                    <a:pt x="527684" y="0"/>
                  </a:lnTo>
                  <a:cubicBezTo>
                    <a:pt x="236728" y="0"/>
                    <a:pt x="0" y="236728"/>
                    <a:pt x="0" y="527684"/>
                  </a:cubicBezTo>
                  <a:lnTo>
                    <a:pt x="0" y="1781299"/>
                  </a:lnTo>
                  <a:cubicBezTo>
                    <a:pt x="0" y="2072255"/>
                    <a:pt x="236728" y="2308983"/>
                    <a:pt x="527684" y="2308983"/>
                  </a:cubicBezTo>
                  <a:lnTo>
                    <a:pt x="1781299" y="2308983"/>
                  </a:lnTo>
                  <a:cubicBezTo>
                    <a:pt x="2072255" y="2308983"/>
                    <a:pt x="2308983" y="2072255"/>
                    <a:pt x="2308983" y="1781299"/>
                  </a:cubicBezTo>
                  <a:lnTo>
                    <a:pt x="2308983" y="527684"/>
                  </a:lnTo>
                  <a:cubicBezTo>
                    <a:pt x="2308983" y="236728"/>
                    <a:pt x="2072255" y="0"/>
                    <a:pt x="1781299" y="0"/>
                  </a:cubicBezTo>
                  <a:close/>
                  <a:moveTo>
                    <a:pt x="527684" y="2240149"/>
                  </a:moveTo>
                  <a:cubicBezTo>
                    <a:pt x="274828" y="2240149"/>
                    <a:pt x="68834" y="2034409"/>
                    <a:pt x="68834" y="1781299"/>
                  </a:cubicBezTo>
                  <a:lnTo>
                    <a:pt x="68834" y="527684"/>
                  </a:lnTo>
                  <a:cubicBezTo>
                    <a:pt x="68834" y="274827"/>
                    <a:pt x="274574" y="68834"/>
                    <a:pt x="527684" y="68834"/>
                  </a:cubicBezTo>
                  <a:lnTo>
                    <a:pt x="1781299" y="68834"/>
                  </a:lnTo>
                  <a:cubicBezTo>
                    <a:pt x="2034156" y="68834"/>
                    <a:pt x="2240149" y="274573"/>
                    <a:pt x="2240149" y="527684"/>
                  </a:cubicBezTo>
                  <a:lnTo>
                    <a:pt x="2240149" y="1781299"/>
                  </a:lnTo>
                  <a:cubicBezTo>
                    <a:pt x="2240149" y="2034155"/>
                    <a:pt x="2034410" y="2240149"/>
                    <a:pt x="1781299" y="2240149"/>
                  </a:cubicBezTo>
                  <a:lnTo>
                    <a:pt x="527684" y="2240149"/>
                  </a:lnTo>
                  <a:close/>
                </a:path>
              </a:pathLst>
            </a:custGeom>
            <a:solidFill>
              <a:srgbClr val="9CADD4"/>
            </a:solidFill>
          </p:spPr>
        </p:sp>
      </p:grpSp>
      <p:grpSp>
        <p:nvGrpSpPr>
          <p:cNvPr name="Group 24" id="24"/>
          <p:cNvGrpSpPr/>
          <p:nvPr/>
        </p:nvGrpSpPr>
        <p:grpSpPr>
          <a:xfrm rot="0">
            <a:off x="17443904" y="4325464"/>
            <a:ext cx="846144" cy="1911810"/>
            <a:chOff x="0" y="0"/>
            <a:chExt cx="846150" cy="1911807"/>
          </a:xfrm>
        </p:grpSpPr>
        <p:sp>
          <p:nvSpPr>
            <p:cNvPr name="Freeform 25" id="25"/>
            <p:cNvSpPr/>
            <p:nvPr/>
          </p:nvSpPr>
          <p:spPr>
            <a:xfrm flipH="false" flipV="false" rot="0">
              <a:off x="0" y="0"/>
              <a:ext cx="844047" cy="1911727"/>
            </a:xfrm>
            <a:custGeom>
              <a:avLst/>
              <a:gdLst/>
              <a:ahLst/>
              <a:cxnLst/>
              <a:rect r="r" b="b" t="t" l="l"/>
              <a:pathLst>
                <a:path h="1911727" w="844047">
                  <a:moveTo>
                    <a:pt x="440185" y="0"/>
                  </a:moveTo>
                  <a:cubicBezTo>
                    <a:pt x="197613" y="0"/>
                    <a:pt x="0" y="197612"/>
                    <a:pt x="0" y="440181"/>
                  </a:cubicBezTo>
                  <a:lnTo>
                    <a:pt x="0" y="1471546"/>
                  </a:lnTo>
                  <a:cubicBezTo>
                    <a:pt x="0" y="1714242"/>
                    <a:pt x="197613" y="1911727"/>
                    <a:pt x="440185" y="1911727"/>
                  </a:cubicBezTo>
                  <a:lnTo>
                    <a:pt x="844047" y="1911727"/>
                  </a:lnTo>
                  <a:lnTo>
                    <a:pt x="844047" y="1842766"/>
                  </a:lnTo>
                  <a:lnTo>
                    <a:pt x="440185" y="1842766"/>
                  </a:lnTo>
                  <a:lnTo>
                    <a:pt x="440185" y="1843020"/>
                  </a:lnTo>
                  <a:cubicBezTo>
                    <a:pt x="235332" y="1843020"/>
                    <a:pt x="68834" y="1676524"/>
                    <a:pt x="68834" y="1471927"/>
                  </a:cubicBezTo>
                  <a:lnTo>
                    <a:pt x="68834" y="440181"/>
                  </a:lnTo>
                  <a:cubicBezTo>
                    <a:pt x="68834" y="235331"/>
                    <a:pt x="235332" y="68834"/>
                    <a:pt x="440185" y="68834"/>
                  </a:cubicBezTo>
                  <a:lnTo>
                    <a:pt x="844047" y="68834"/>
                  </a:lnTo>
                  <a:lnTo>
                    <a:pt x="844047" y="0"/>
                  </a:lnTo>
                  <a:close/>
                </a:path>
              </a:pathLst>
            </a:custGeom>
            <a:solidFill>
              <a:srgbClr val="9CADD4"/>
            </a:solidFill>
          </p:spPr>
        </p:sp>
      </p:grpSp>
      <p:grpSp>
        <p:nvGrpSpPr>
          <p:cNvPr name="Group 26" id="26"/>
          <p:cNvGrpSpPr/>
          <p:nvPr/>
        </p:nvGrpSpPr>
        <p:grpSpPr>
          <a:xfrm rot="0">
            <a:off x="12377709" y="2038283"/>
            <a:ext cx="3338579" cy="2375506"/>
            <a:chOff x="0" y="0"/>
            <a:chExt cx="4451439" cy="3167342"/>
          </a:xfrm>
        </p:grpSpPr>
        <p:sp>
          <p:nvSpPr>
            <p:cNvPr name="Freeform 27" id="27"/>
            <p:cNvSpPr/>
            <p:nvPr/>
          </p:nvSpPr>
          <p:spPr>
            <a:xfrm flipH="false" flipV="false" rot="0">
              <a:off x="0" y="0"/>
              <a:ext cx="4451477" cy="3167380"/>
            </a:xfrm>
            <a:custGeom>
              <a:avLst/>
              <a:gdLst/>
              <a:ahLst/>
              <a:cxnLst/>
              <a:rect r="r" b="b" t="t" l="l"/>
              <a:pathLst>
                <a:path h="3167380" w="4451477">
                  <a:moveTo>
                    <a:pt x="0" y="0"/>
                  </a:moveTo>
                  <a:lnTo>
                    <a:pt x="4451477" y="0"/>
                  </a:lnTo>
                  <a:lnTo>
                    <a:pt x="4451477" y="3167380"/>
                  </a:lnTo>
                  <a:lnTo>
                    <a:pt x="0" y="3167380"/>
                  </a:lnTo>
                  <a:lnTo>
                    <a:pt x="0" y="0"/>
                  </a:lnTo>
                  <a:close/>
                </a:path>
              </a:pathLst>
            </a:custGeom>
            <a:blipFill>
              <a:blip r:embed="rId2"/>
              <a:stretch>
                <a:fillRect l="0" t="-5334" r="-59" b="-5212"/>
              </a:stretch>
            </a:blipFill>
          </p:spPr>
        </p:sp>
      </p:grpSp>
      <p:grpSp>
        <p:nvGrpSpPr>
          <p:cNvPr name="Group 28" id="28"/>
          <p:cNvGrpSpPr/>
          <p:nvPr/>
        </p:nvGrpSpPr>
        <p:grpSpPr>
          <a:xfrm rot="0">
            <a:off x="2617070" y="6038364"/>
            <a:ext cx="3863740" cy="3177016"/>
            <a:chOff x="0" y="0"/>
            <a:chExt cx="5151653" cy="4236022"/>
          </a:xfrm>
        </p:grpSpPr>
        <p:sp>
          <p:nvSpPr>
            <p:cNvPr name="Freeform 29" id="29"/>
            <p:cNvSpPr/>
            <p:nvPr/>
          </p:nvSpPr>
          <p:spPr>
            <a:xfrm flipH="false" flipV="false" rot="0">
              <a:off x="0" y="0"/>
              <a:ext cx="5151628" cy="4236085"/>
            </a:xfrm>
            <a:custGeom>
              <a:avLst/>
              <a:gdLst/>
              <a:ahLst/>
              <a:cxnLst/>
              <a:rect r="r" b="b" t="t" l="l"/>
              <a:pathLst>
                <a:path h="4236085" w="5151628">
                  <a:moveTo>
                    <a:pt x="0" y="0"/>
                  </a:moveTo>
                  <a:lnTo>
                    <a:pt x="5151628" y="0"/>
                  </a:lnTo>
                  <a:lnTo>
                    <a:pt x="5151628" y="4236085"/>
                  </a:lnTo>
                  <a:lnTo>
                    <a:pt x="0" y="4236085"/>
                  </a:lnTo>
                  <a:lnTo>
                    <a:pt x="0" y="0"/>
                  </a:lnTo>
                  <a:close/>
                </a:path>
              </a:pathLst>
            </a:custGeom>
            <a:blipFill>
              <a:blip r:embed="rId3"/>
              <a:stretch>
                <a:fillRect l="0" t="-10808" r="-62" b="-10880"/>
              </a:stretch>
            </a:blipFill>
          </p:spPr>
        </p:sp>
      </p:grpSp>
      <p:grpSp>
        <p:nvGrpSpPr>
          <p:cNvPr name="Group 30" id="30"/>
          <p:cNvGrpSpPr/>
          <p:nvPr/>
        </p:nvGrpSpPr>
        <p:grpSpPr>
          <a:xfrm rot="0">
            <a:off x="110966" y="8033528"/>
            <a:ext cx="1367066" cy="1369638"/>
            <a:chOff x="0" y="0"/>
            <a:chExt cx="1367066" cy="1369632"/>
          </a:xfrm>
        </p:grpSpPr>
        <p:sp>
          <p:nvSpPr>
            <p:cNvPr name="Freeform 31" id="31"/>
            <p:cNvSpPr/>
            <p:nvPr/>
          </p:nvSpPr>
          <p:spPr>
            <a:xfrm flipH="false" flipV="false" rot="0">
              <a:off x="0" y="0"/>
              <a:ext cx="1367028" cy="1369692"/>
            </a:xfrm>
            <a:custGeom>
              <a:avLst/>
              <a:gdLst/>
              <a:ahLst/>
              <a:cxnLst/>
              <a:rect r="r" b="b" t="t" l="l"/>
              <a:pathLst>
                <a:path h="1369692" w="1367028">
                  <a:moveTo>
                    <a:pt x="312420" y="1369692"/>
                  </a:moveTo>
                  <a:lnTo>
                    <a:pt x="1054608" y="1369692"/>
                  </a:lnTo>
                  <a:cubicBezTo>
                    <a:pt x="1226820" y="1369692"/>
                    <a:pt x="1367028" y="1229230"/>
                    <a:pt x="1367028" y="1056638"/>
                  </a:cubicBezTo>
                  <a:lnTo>
                    <a:pt x="1367028" y="313054"/>
                  </a:lnTo>
                  <a:cubicBezTo>
                    <a:pt x="1367028" y="140462"/>
                    <a:pt x="1226947" y="0"/>
                    <a:pt x="1054608" y="0"/>
                  </a:cubicBezTo>
                  <a:lnTo>
                    <a:pt x="312420" y="0"/>
                  </a:lnTo>
                  <a:cubicBezTo>
                    <a:pt x="140208" y="0"/>
                    <a:pt x="0" y="140462"/>
                    <a:pt x="0" y="313054"/>
                  </a:cubicBezTo>
                  <a:lnTo>
                    <a:pt x="0" y="1056638"/>
                  </a:lnTo>
                  <a:cubicBezTo>
                    <a:pt x="0" y="1229230"/>
                    <a:pt x="140208" y="1369692"/>
                    <a:pt x="312420" y="1369692"/>
                  </a:cubicBezTo>
                  <a:close/>
                  <a:moveTo>
                    <a:pt x="1054608" y="40894"/>
                  </a:moveTo>
                  <a:cubicBezTo>
                    <a:pt x="1204341" y="40894"/>
                    <a:pt x="1326261" y="162941"/>
                    <a:pt x="1326261" y="313054"/>
                  </a:cubicBezTo>
                  <a:lnTo>
                    <a:pt x="1326261" y="1056638"/>
                  </a:lnTo>
                  <a:cubicBezTo>
                    <a:pt x="1326261" y="1206624"/>
                    <a:pt x="1204468" y="1328798"/>
                    <a:pt x="1054608" y="1328798"/>
                  </a:cubicBezTo>
                  <a:lnTo>
                    <a:pt x="312420" y="1328798"/>
                  </a:lnTo>
                  <a:cubicBezTo>
                    <a:pt x="162687" y="1328798"/>
                    <a:pt x="40767" y="1206751"/>
                    <a:pt x="40767" y="1056638"/>
                  </a:cubicBezTo>
                  <a:lnTo>
                    <a:pt x="40767" y="313054"/>
                  </a:lnTo>
                  <a:cubicBezTo>
                    <a:pt x="40767" y="163068"/>
                    <a:pt x="162560" y="40894"/>
                    <a:pt x="312420" y="40894"/>
                  </a:cubicBezTo>
                  <a:lnTo>
                    <a:pt x="1054608" y="40894"/>
                  </a:lnTo>
                  <a:close/>
                </a:path>
              </a:pathLst>
            </a:custGeom>
            <a:solidFill>
              <a:srgbClr val="9CADD4"/>
            </a:solidFill>
          </p:spPr>
        </p:sp>
      </p:grpSp>
      <p:grpSp>
        <p:nvGrpSpPr>
          <p:cNvPr name="Group 32" id="32"/>
          <p:cNvGrpSpPr/>
          <p:nvPr/>
        </p:nvGrpSpPr>
        <p:grpSpPr>
          <a:xfrm rot="0">
            <a:off x="1568310" y="6525730"/>
            <a:ext cx="758857" cy="760143"/>
            <a:chOff x="0" y="0"/>
            <a:chExt cx="758850" cy="760146"/>
          </a:xfrm>
        </p:grpSpPr>
        <p:sp>
          <p:nvSpPr>
            <p:cNvPr name="Freeform 33" id="33"/>
            <p:cNvSpPr/>
            <p:nvPr/>
          </p:nvSpPr>
          <p:spPr>
            <a:xfrm flipH="false" flipV="false" rot="0">
              <a:off x="0" y="1016"/>
              <a:ext cx="758821" cy="759078"/>
            </a:xfrm>
            <a:custGeom>
              <a:avLst/>
              <a:gdLst/>
              <a:ahLst/>
              <a:cxnLst/>
              <a:rect r="r" b="b" t="t" l="l"/>
              <a:pathLst>
                <a:path h="759078" w="758821">
                  <a:moveTo>
                    <a:pt x="580260" y="39878"/>
                  </a:moveTo>
                  <a:cubicBezTo>
                    <a:pt x="656205" y="39878"/>
                    <a:pt x="717927" y="101727"/>
                    <a:pt x="717927" y="177800"/>
                  </a:cubicBezTo>
                  <a:lnTo>
                    <a:pt x="717927" y="580263"/>
                  </a:lnTo>
                  <a:cubicBezTo>
                    <a:pt x="717927" y="656335"/>
                    <a:pt x="656205" y="718184"/>
                    <a:pt x="580260" y="718184"/>
                  </a:cubicBezTo>
                  <a:lnTo>
                    <a:pt x="178561" y="718184"/>
                  </a:lnTo>
                  <a:cubicBezTo>
                    <a:pt x="102615" y="718184"/>
                    <a:pt x="40894" y="656335"/>
                    <a:pt x="40894" y="580263"/>
                  </a:cubicBezTo>
                  <a:lnTo>
                    <a:pt x="40894" y="177927"/>
                  </a:lnTo>
                  <a:cubicBezTo>
                    <a:pt x="40894" y="101854"/>
                    <a:pt x="102615" y="40005"/>
                    <a:pt x="178561" y="40005"/>
                  </a:cubicBezTo>
                  <a:lnTo>
                    <a:pt x="580260" y="40005"/>
                  </a:lnTo>
                  <a:lnTo>
                    <a:pt x="580260" y="39878"/>
                  </a:lnTo>
                  <a:close/>
                  <a:moveTo>
                    <a:pt x="159003" y="0"/>
                  </a:moveTo>
                  <a:cubicBezTo>
                    <a:pt x="69723" y="9779"/>
                    <a:pt x="0" y="85852"/>
                    <a:pt x="0" y="177927"/>
                  </a:cubicBezTo>
                  <a:lnTo>
                    <a:pt x="0" y="580390"/>
                  </a:lnTo>
                  <a:cubicBezTo>
                    <a:pt x="127" y="678941"/>
                    <a:pt x="80137" y="759078"/>
                    <a:pt x="178561" y="759078"/>
                  </a:cubicBezTo>
                  <a:lnTo>
                    <a:pt x="580260" y="759078"/>
                  </a:lnTo>
                  <a:cubicBezTo>
                    <a:pt x="678684" y="759078"/>
                    <a:pt x="758821" y="678814"/>
                    <a:pt x="758821" y="580135"/>
                  </a:cubicBezTo>
                  <a:lnTo>
                    <a:pt x="758821" y="177927"/>
                  </a:lnTo>
                  <a:cubicBezTo>
                    <a:pt x="758821" y="85852"/>
                    <a:pt x="689098" y="9906"/>
                    <a:pt x="599818" y="127"/>
                  </a:cubicBezTo>
                  <a:close/>
                </a:path>
              </a:pathLst>
            </a:custGeom>
            <a:solidFill>
              <a:srgbClr val="9CADD4"/>
            </a:solidFill>
          </p:spPr>
        </p:sp>
      </p:grpSp>
      <p:grpSp>
        <p:nvGrpSpPr>
          <p:cNvPr name="Group 34" id="34"/>
          <p:cNvGrpSpPr/>
          <p:nvPr/>
        </p:nvGrpSpPr>
        <p:grpSpPr>
          <a:xfrm rot="0">
            <a:off x="1844107" y="8026803"/>
            <a:ext cx="510550" cy="511512"/>
            <a:chOff x="0" y="0"/>
            <a:chExt cx="510553" cy="511518"/>
          </a:xfrm>
        </p:grpSpPr>
        <p:sp>
          <p:nvSpPr>
            <p:cNvPr name="Freeform 35" id="35"/>
            <p:cNvSpPr/>
            <p:nvPr/>
          </p:nvSpPr>
          <p:spPr>
            <a:xfrm flipH="false" flipV="false" rot="0">
              <a:off x="0" y="0"/>
              <a:ext cx="510539" cy="511561"/>
            </a:xfrm>
            <a:custGeom>
              <a:avLst/>
              <a:gdLst/>
              <a:ahLst/>
              <a:cxnLst/>
              <a:rect r="r" b="b" t="t" l="l"/>
              <a:pathLst>
                <a:path h="511561" w="510539">
                  <a:moveTo>
                    <a:pt x="123825" y="511561"/>
                  </a:moveTo>
                  <a:lnTo>
                    <a:pt x="386714" y="511561"/>
                  </a:lnTo>
                  <a:cubicBezTo>
                    <a:pt x="455040" y="511561"/>
                    <a:pt x="510539" y="455934"/>
                    <a:pt x="510539" y="387481"/>
                  </a:cubicBezTo>
                  <a:lnTo>
                    <a:pt x="510539" y="124080"/>
                  </a:lnTo>
                  <a:cubicBezTo>
                    <a:pt x="510539" y="55627"/>
                    <a:pt x="455040" y="0"/>
                    <a:pt x="386714" y="0"/>
                  </a:cubicBezTo>
                  <a:lnTo>
                    <a:pt x="123825" y="0"/>
                  </a:lnTo>
                  <a:cubicBezTo>
                    <a:pt x="55499" y="0"/>
                    <a:pt x="0" y="55627"/>
                    <a:pt x="0" y="124080"/>
                  </a:cubicBezTo>
                  <a:lnTo>
                    <a:pt x="0" y="387481"/>
                  </a:lnTo>
                  <a:cubicBezTo>
                    <a:pt x="0" y="455934"/>
                    <a:pt x="55499" y="511561"/>
                    <a:pt x="123825" y="511561"/>
                  </a:cubicBezTo>
                  <a:close/>
                  <a:moveTo>
                    <a:pt x="386714" y="41021"/>
                  </a:moveTo>
                  <a:cubicBezTo>
                    <a:pt x="432434" y="41021"/>
                    <a:pt x="469772" y="78360"/>
                    <a:pt x="469772" y="124207"/>
                  </a:cubicBezTo>
                  <a:lnTo>
                    <a:pt x="469772" y="387608"/>
                  </a:lnTo>
                  <a:cubicBezTo>
                    <a:pt x="469772" y="433455"/>
                    <a:pt x="432434" y="470794"/>
                    <a:pt x="386714" y="470794"/>
                  </a:cubicBezTo>
                  <a:lnTo>
                    <a:pt x="123825" y="470794"/>
                  </a:lnTo>
                  <a:cubicBezTo>
                    <a:pt x="78105" y="470794"/>
                    <a:pt x="40767" y="433455"/>
                    <a:pt x="40767" y="387608"/>
                  </a:cubicBezTo>
                  <a:lnTo>
                    <a:pt x="40767" y="124207"/>
                  </a:lnTo>
                  <a:cubicBezTo>
                    <a:pt x="40767" y="78360"/>
                    <a:pt x="78105" y="41021"/>
                    <a:pt x="123825" y="41021"/>
                  </a:cubicBezTo>
                  <a:lnTo>
                    <a:pt x="386714" y="41021"/>
                  </a:lnTo>
                  <a:close/>
                </a:path>
              </a:pathLst>
            </a:custGeom>
            <a:solidFill>
              <a:srgbClr val="9CADD4"/>
            </a:solidFill>
          </p:spPr>
        </p:sp>
      </p:grpSp>
      <p:grpSp>
        <p:nvGrpSpPr>
          <p:cNvPr name="Group 36" id="36"/>
          <p:cNvGrpSpPr/>
          <p:nvPr/>
        </p:nvGrpSpPr>
        <p:grpSpPr>
          <a:xfrm rot="0">
            <a:off x="2313746" y="9168232"/>
            <a:ext cx="758857" cy="760276"/>
            <a:chOff x="0" y="0"/>
            <a:chExt cx="758850" cy="760286"/>
          </a:xfrm>
        </p:grpSpPr>
        <p:sp>
          <p:nvSpPr>
            <p:cNvPr name="Freeform 37" id="37"/>
            <p:cNvSpPr/>
            <p:nvPr/>
          </p:nvSpPr>
          <p:spPr>
            <a:xfrm flipH="false" flipV="false" rot="0">
              <a:off x="0" y="0"/>
              <a:ext cx="758821" cy="758957"/>
            </a:xfrm>
            <a:custGeom>
              <a:avLst/>
              <a:gdLst/>
              <a:ahLst/>
              <a:cxnLst/>
              <a:rect r="r" b="b" t="t" l="l"/>
              <a:pathLst>
                <a:path h="758957" w="758821">
                  <a:moveTo>
                    <a:pt x="580260" y="41021"/>
                  </a:moveTo>
                  <a:cubicBezTo>
                    <a:pt x="656205" y="41021"/>
                    <a:pt x="717927" y="102871"/>
                    <a:pt x="717927" y="178944"/>
                  </a:cubicBezTo>
                  <a:lnTo>
                    <a:pt x="717927" y="581410"/>
                  </a:lnTo>
                  <a:cubicBezTo>
                    <a:pt x="717927" y="657483"/>
                    <a:pt x="656205" y="719333"/>
                    <a:pt x="580260" y="719333"/>
                  </a:cubicBezTo>
                  <a:lnTo>
                    <a:pt x="178561" y="719333"/>
                  </a:lnTo>
                  <a:cubicBezTo>
                    <a:pt x="102615" y="719333"/>
                    <a:pt x="40894" y="657483"/>
                    <a:pt x="40894" y="581410"/>
                  </a:cubicBezTo>
                  <a:lnTo>
                    <a:pt x="40894" y="178944"/>
                  </a:lnTo>
                  <a:cubicBezTo>
                    <a:pt x="40894" y="102871"/>
                    <a:pt x="102615" y="41021"/>
                    <a:pt x="178561" y="41021"/>
                  </a:cubicBezTo>
                  <a:close/>
                  <a:moveTo>
                    <a:pt x="178561" y="0"/>
                  </a:moveTo>
                  <a:cubicBezTo>
                    <a:pt x="80137" y="0"/>
                    <a:pt x="0" y="80265"/>
                    <a:pt x="0" y="178944"/>
                  </a:cubicBezTo>
                  <a:lnTo>
                    <a:pt x="0" y="581410"/>
                  </a:lnTo>
                  <a:cubicBezTo>
                    <a:pt x="127" y="672723"/>
                    <a:pt x="68707" y="748289"/>
                    <a:pt x="156971" y="758957"/>
                  </a:cubicBezTo>
                  <a:lnTo>
                    <a:pt x="601850" y="758957"/>
                  </a:lnTo>
                  <a:cubicBezTo>
                    <a:pt x="690241" y="748289"/>
                    <a:pt x="758821" y="672723"/>
                    <a:pt x="758821" y="581410"/>
                  </a:cubicBezTo>
                  <a:lnTo>
                    <a:pt x="758821" y="178944"/>
                  </a:lnTo>
                  <a:cubicBezTo>
                    <a:pt x="758821" y="80265"/>
                    <a:pt x="678811" y="0"/>
                    <a:pt x="580260" y="0"/>
                  </a:cubicBezTo>
                  <a:close/>
                </a:path>
              </a:pathLst>
            </a:custGeom>
            <a:solidFill>
              <a:srgbClr val="9CADD4"/>
            </a:solidFill>
          </p:spPr>
        </p:sp>
      </p:grpSp>
      <p:grpSp>
        <p:nvGrpSpPr>
          <p:cNvPr name="Group 38" id="38"/>
          <p:cNvGrpSpPr/>
          <p:nvPr/>
        </p:nvGrpSpPr>
        <p:grpSpPr>
          <a:xfrm rot="0">
            <a:off x="-63503" y="-63503"/>
            <a:ext cx="4794247" cy="3163005"/>
            <a:chOff x="0" y="0"/>
            <a:chExt cx="4794250" cy="3163011"/>
          </a:xfrm>
        </p:grpSpPr>
        <p:sp>
          <p:nvSpPr>
            <p:cNvPr name="Freeform 39" id="39"/>
            <p:cNvSpPr/>
            <p:nvPr/>
          </p:nvSpPr>
          <p:spPr>
            <a:xfrm flipH="false" flipV="false" rot="0">
              <a:off x="793623" y="63500"/>
              <a:ext cx="3211830" cy="1606044"/>
            </a:xfrm>
            <a:custGeom>
              <a:avLst/>
              <a:gdLst/>
              <a:ahLst/>
              <a:cxnLst/>
              <a:rect r="r" b="b" t="t" l="l"/>
              <a:pathLst>
                <a:path h="1606044" w="3211830">
                  <a:moveTo>
                    <a:pt x="0" y="0"/>
                  </a:moveTo>
                  <a:lnTo>
                    <a:pt x="827786" y="827787"/>
                  </a:lnTo>
                  <a:lnTo>
                    <a:pt x="1606042" y="1606044"/>
                  </a:lnTo>
                  <a:lnTo>
                    <a:pt x="2384044" y="827787"/>
                  </a:lnTo>
                  <a:lnTo>
                    <a:pt x="2439035" y="772796"/>
                  </a:lnTo>
                  <a:lnTo>
                    <a:pt x="3211830" y="0"/>
                  </a:lnTo>
                  <a:close/>
                </a:path>
              </a:pathLst>
            </a:custGeom>
            <a:solidFill>
              <a:srgbClr val="2E4990"/>
            </a:solidFill>
          </p:spPr>
        </p:sp>
        <p:sp>
          <p:nvSpPr>
            <p:cNvPr name="Freeform 40" id="40"/>
            <p:cNvSpPr/>
            <p:nvPr/>
          </p:nvSpPr>
          <p:spPr>
            <a:xfrm flipH="false" flipV="false" rot="0">
              <a:off x="3288538" y="63500"/>
              <a:ext cx="1276604" cy="1052704"/>
            </a:xfrm>
            <a:custGeom>
              <a:avLst/>
              <a:gdLst/>
              <a:ahLst/>
              <a:cxnLst/>
              <a:rect r="r" b="b" t="t" l="l"/>
              <a:pathLst>
                <a:path h="1052704" w="1276604">
                  <a:moveTo>
                    <a:pt x="828421" y="0"/>
                  </a:moveTo>
                  <a:lnTo>
                    <a:pt x="0" y="828676"/>
                  </a:lnTo>
                  <a:lnTo>
                    <a:pt x="224028" y="1052704"/>
                  </a:lnTo>
                  <a:lnTo>
                    <a:pt x="224282" y="1052450"/>
                  </a:lnTo>
                  <a:lnTo>
                    <a:pt x="224536" y="1052450"/>
                  </a:lnTo>
                  <a:lnTo>
                    <a:pt x="224536" y="1052196"/>
                  </a:lnTo>
                  <a:lnTo>
                    <a:pt x="1276604" y="0"/>
                  </a:lnTo>
                  <a:close/>
                </a:path>
              </a:pathLst>
            </a:custGeom>
            <a:solidFill>
              <a:srgbClr val="1F305D"/>
            </a:solidFill>
          </p:spPr>
        </p:sp>
        <p:sp>
          <p:nvSpPr>
            <p:cNvPr name="Freeform 41" id="41"/>
            <p:cNvSpPr/>
            <p:nvPr/>
          </p:nvSpPr>
          <p:spPr>
            <a:xfrm flipH="false" flipV="false" rot="0">
              <a:off x="231140" y="63500"/>
              <a:ext cx="1276731" cy="1052704"/>
            </a:xfrm>
            <a:custGeom>
              <a:avLst/>
              <a:gdLst/>
              <a:ahLst/>
              <a:cxnLst/>
              <a:rect r="r" b="b" t="t" l="l"/>
              <a:pathLst>
                <a:path h="1052704" w="1276731">
                  <a:moveTo>
                    <a:pt x="0" y="0"/>
                  </a:moveTo>
                  <a:lnTo>
                    <a:pt x="1052703" y="1052704"/>
                  </a:lnTo>
                  <a:lnTo>
                    <a:pt x="1276731" y="828676"/>
                  </a:lnTo>
                  <a:lnTo>
                    <a:pt x="448310" y="0"/>
                  </a:lnTo>
                  <a:close/>
                </a:path>
              </a:pathLst>
            </a:custGeom>
            <a:solidFill>
              <a:srgbClr val="1F305D"/>
            </a:solidFill>
          </p:spPr>
        </p:sp>
        <p:sp>
          <p:nvSpPr>
            <p:cNvPr name="Freeform 42" id="42"/>
            <p:cNvSpPr/>
            <p:nvPr/>
          </p:nvSpPr>
          <p:spPr>
            <a:xfrm flipH="false" flipV="false" rot="0">
              <a:off x="536321" y="1115950"/>
              <a:ext cx="750570" cy="375412"/>
            </a:xfrm>
            <a:custGeom>
              <a:avLst/>
              <a:gdLst/>
              <a:ahLst/>
              <a:cxnLst/>
              <a:rect r="r" b="b" t="t" l="l"/>
              <a:pathLst>
                <a:path h="375412" w="750570">
                  <a:moveTo>
                    <a:pt x="750570" y="0"/>
                  </a:moveTo>
                  <a:lnTo>
                    <a:pt x="0" y="0"/>
                  </a:lnTo>
                  <a:lnTo>
                    <a:pt x="375158" y="375413"/>
                  </a:lnTo>
                  <a:lnTo>
                    <a:pt x="750189" y="0"/>
                  </a:lnTo>
                  <a:lnTo>
                    <a:pt x="750443" y="0"/>
                  </a:lnTo>
                  <a:close/>
                </a:path>
              </a:pathLst>
            </a:custGeom>
            <a:solidFill>
              <a:srgbClr val="9CADD4"/>
            </a:solidFill>
          </p:spPr>
        </p:sp>
        <p:sp>
          <p:nvSpPr>
            <p:cNvPr name="Freeform 43" id="43"/>
            <p:cNvSpPr/>
            <p:nvPr/>
          </p:nvSpPr>
          <p:spPr>
            <a:xfrm flipH="false" flipV="false" rot="0">
              <a:off x="63500" y="63500"/>
              <a:ext cx="1223010" cy="1052069"/>
            </a:xfrm>
            <a:custGeom>
              <a:avLst/>
              <a:gdLst/>
              <a:ahLst/>
              <a:cxnLst/>
              <a:rect r="r" b="b" t="t" l="l"/>
              <a:pathLst>
                <a:path h="1052069" w="1223010">
                  <a:moveTo>
                    <a:pt x="0" y="0"/>
                  </a:moveTo>
                  <a:lnTo>
                    <a:pt x="0" y="1052069"/>
                  </a:lnTo>
                  <a:lnTo>
                    <a:pt x="1223010" y="1052069"/>
                  </a:lnTo>
                  <a:lnTo>
                    <a:pt x="165608" y="0"/>
                  </a:lnTo>
                  <a:close/>
                </a:path>
              </a:pathLst>
            </a:custGeom>
            <a:solidFill>
              <a:srgbClr val="2E4990"/>
            </a:solidFill>
          </p:spPr>
        </p:sp>
        <p:sp>
          <p:nvSpPr>
            <p:cNvPr name="Freeform 44" id="44"/>
            <p:cNvSpPr/>
            <p:nvPr/>
          </p:nvSpPr>
          <p:spPr>
            <a:xfrm flipH="false" flipV="false" rot="0">
              <a:off x="63500" y="1115569"/>
              <a:ext cx="2203323" cy="1973963"/>
            </a:xfrm>
            <a:custGeom>
              <a:avLst/>
              <a:gdLst/>
              <a:ahLst/>
              <a:cxnLst/>
              <a:rect r="r" b="b" t="t" l="l"/>
              <a:pathLst>
                <a:path h="1973963" w="2203323">
                  <a:moveTo>
                    <a:pt x="0" y="0"/>
                  </a:moveTo>
                  <a:lnTo>
                    <a:pt x="0" y="254"/>
                  </a:lnTo>
                  <a:lnTo>
                    <a:pt x="1220343" y="254"/>
                  </a:lnTo>
                  <a:lnTo>
                    <a:pt x="1220089" y="0"/>
                  </a:lnTo>
                  <a:close/>
                  <a:moveTo>
                    <a:pt x="1220089" y="7747"/>
                  </a:moveTo>
                  <a:lnTo>
                    <a:pt x="1220089" y="1973964"/>
                  </a:lnTo>
                  <a:lnTo>
                    <a:pt x="2203323" y="990728"/>
                  </a:lnTo>
                  <a:lnTo>
                    <a:pt x="0" y="7874"/>
                  </a:lnTo>
                  <a:close/>
                </a:path>
              </a:pathLst>
            </a:custGeom>
            <a:solidFill>
              <a:srgbClr val="9CADD4"/>
            </a:solidFill>
          </p:spPr>
        </p:sp>
        <p:sp>
          <p:nvSpPr>
            <p:cNvPr name="Freeform 45" id="45"/>
            <p:cNvSpPr/>
            <p:nvPr/>
          </p:nvSpPr>
          <p:spPr>
            <a:xfrm flipH="false" flipV="false" rot="0">
              <a:off x="63500" y="643383"/>
              <a:ext cx="1223137" cy="1463042"/>
            </a:xfrm>
            <a:custGeom>
              <a:avLst/>
              <a:gdLst/>
              <a:ahLst/>
              <a:cxnLst/>
              <a:rect r="r" b="b" t="t" l="l"/>
              <a:pathLst>
                <a:path h="1463042" w="1223137">
                  <a:moveTo>
                    <a:pt x="0" y="0"/>
                  </a:moveTo>
                  <a:lnTo>
                    <a:pt x="0" y="480060"/>
                  </a:lnTo>
                  <a:lnTo>
                    <a:pt x="983234" y="1463041"/>
                  </a:lnTo>
                  <a:lnTo>
                    <a:pt x="1223137" y="1223138"/>
                  </a:lnTo>
                  <a:lnTo>
                    <a:pt x="848233" y="847980"/>
                  </a:lnTo>
                  <a:lnTo>
                    <a:pt x="847979" y="847980"/>
                  </a:lnTo>
                  <a:lnTo>
                    <a:pt x="847979" y="847726"/>
                  </a:lnTo>
                  <a:lnTo>
                    <a:pt x="472821" y="472567"/>
                  </a:lnTo>
                  <a:lnTo>
                    <a:pt x="472567" y="472313"/>
                  </a:lnTo>
                  <a:lnTo>
                    <a:pt x="0" y="0"/>
                  </a:lnTo>
                  <a:close/>
                </a:path>
              </a:pathLst>
            </a:custGeom>
            <a:solidFill>
              <a:srgbClr val="576179"/>
            </a:solidFill>
          </p:spPr>
        </p:sp>
      </p:grpSp>
      <p:grpSp>
        <p:nvGrpSpPr>
          <p:cNvPr name="Group 46" id="46"/>
          <p:cNvGrpSpPr/>
          <p:nvPr/>
        </p:nvGrpSpPr>
        <p:grpSpPr>
          <a:xfrm rot="0">
            <a:off x="3438687" y="8415080"/>
            <a:ext cx="510550" cy="511512"/>
            <a:chOff x="0" y="0"/>
            <a:chExt cx="510553" cy="511518"/>
          </a:xfrm>
        </p:grpSpPr>
        <p:sp>
          <p:nvSpPr>
            <p:cNvPr name="Freeform 47" id="47"/>
            <p:cNvSpPr/>
            <p:nvPr/>
          </p:nvSpPr>
          <p:spPr>
            <a:xfrm flipH="false" flipV="false" rot="0">
              <a:off x="0" y="0"/>
              <a:ext cx="507364" cy="511561"/>
            </a:xfrm>
            <a:custGeom>
              <a:avLst/>
              <a:gdLst/>
              <a:ahLst/>
              <a:cxnLst/>
              <a:rect r="r" b="b" t="t" l="l"/>
              <a:pathLst>
                <a:path h="511561" w="507364">
                  <a:moveTo>
                    <a:pt x="386715" y="40894"/>
                  </a:moveTo>
                  <a:cubicBezTo>
                    <a:pt x="432434" y="40894"/>
                    <a:pt x="469772" y="78233"/>
                    <a:pt x="469772" y="124080"/>
                  </a:cubicBezTo>
                  <a:lnTo>
                    <a:pt x="469772" y="387481"/>
                  </a:lnTo>
                  <a:cubicBezTo>
                    <a:pt x="469772" y="433328"/>
                    <a:pt x="432434" y="470667"/>
                    <a:pt x="386715" y="470667"/>
                  </a:cubicBezTo>
                  <a:lnTo>
                    <a:pt x="123825" y="470667"/>
                  </a:lnTo>
                  <a:cubicBezTo>
                    <a:pt x="78105" y="470667"/>
                    <a:pt x="40767" y="433328"/>
                    <a:pt x="40767" y="387481"/>
                  </a:cubicBezTo>
                  <a:lnTo>
                    <a:pt x="40767" y="124080"/>
                  </a:lnTo>
                  <a:cubicBezTo>
                    <a:pt x="40767" y="78233"/>
                    <a:pt x="78105" y="40894"/>
                    <a:pt x="123825" y="40894"/>
                  </a:cubicBezTo>
                  <a:close/>
                  <a:moveTo>
                    <a:pt x="123825" y="0"/>
                  </a:moveTo>
                  <a:cubicBezTo>
                    <a:pt x="55499" y="0"/>
                    <a:pt x="0" y="55627"/>
                    <a:pt x="0" y="124080"/>
                  </a:cubicBezTo>
                  <a:lnTo>
                    <a:pt x="0" y="387481"/>
                  </a:lnTo>
                  <a:cubicBezTo>
                    <a:pt x="0" y="455934"/>
                    <a:pt x="55499" y="511561"/>
                    <a:pt x="123825" y="511561"/>
                  </a:cubicBezTo>
                  <a:lnTo>
                    <a:pt x="386715" y="511561"/>
                  </a:lnTo>
                  <a:cubicBezTo>
                    <a:pt x="445515" y="511561"/>
                    <a:pt x="494791" y="470413"/>
                    <a:pt x="507364" y="415294"/>
                  </a:cubicBezTo>
                  <a:lnTo>
                    <a:pt x="507364" y="96267"/>
                  </a:lnTo>
                  <a:cubicBezTo>
                    <a:pt x="494791" y="41148"/>
                    <a:pt x="445515" y="0"/>
                    <a:pt x="386715" y="0"/>
                  </a:cubicBezTo>
                  <a:close/>
                </a:path>
              </a:pathLst>
            </a:custGeom>
            <a:solidFill>
              <a:srgbClr val="9CADD4"/>
            </a:solidFill>
          </p:spPr>
        </p:sp>
      </p:grpSp>
      <p:grpSp>
        <p:nvGrpSpPr>
          <p:cNvPr name="Group 48" id="48"/>
          <p:cNvGrpSpPr/>
          <p:nvPr/>
        </p:nvGrpSpPr>
        <p:grpSpPr>
          <a:xfrm rot="0">
            <a:off x="11454536" y="5529377"/>
            <a:ext cx="4547464" cy="4173007"/>
            <a:chOff x="0" y="0"/>
            <a:chExt cx="6063285" cy="5564010"/>
          </a:xfrm>
        </p:grpSpPr>
        <p:sp>
          <p:nvSpPr>
            <p:cNvPr name="Freeform 49" id="49"/>
            <p:cNvSpPr/>
            <p:nvPr/>
          </p:nvSpPr>
          <p:spPr>
            <a:xfrm flipH="false" flipV="false" rot="0">
              <a:off x="0" y="0"/>
              <a:ext cx="6063234" cy="5563997"/>
            </a:xfrm>
            <a:custGeom>
              <a:avLst/>
              <a:gdLst/>
              <a:ahLst/>
              <a:cxnLst/>
              <a:rect r="r" b="b" t="t" l="l"/>
              <a:pathLst>
                <a:path h="5563997" w="6063234">
                  <a:moveTo>
                    <a:pt x="0" y="0"/>
                  </a:moveTo>
                  <a:lnTo>
                    <a:pt x="6063234" y="0"/>
                  </a:lnTo>
                  <a:lnTo>
                    <a:pt x="6063234" y="5563997"/>
                  </a:lnTo>
                  <a:lnTo>
                    <a:pt x="0" y="5563997"/>
                  </a:lnTo>
                  <a:lnTo>
                    <a:pt x="0" y="0"/>
                  </a:lnTo>
                  <a:close/>
                </a:path>
              </a:pathLst>
            </a:custGeom>
            <a:blipFill>
              <a:blip r:embed="rId4"/>
              <a:stretch>
                <a:fillRect l="0" t="-4486" r="-65" b="-4557"/>
              </a:stretch>
            </a:blipFill>
          </p:spPr>
        </p:sp>
      </p:grpSp>
      <p:grpSp>
        <p:nvGrpSpPr>
          <p:cNvPr name="Group 50" id="50"/>
          <p:cNvGrpSpPr/>
          <p:nvPr/>
        </p:nvGrpSpPr>
        <p:grpSpPr>
          <a:xfrm rot="0">
            <a:off x="13881097" y="7239152"/>
            <a:ext cx="4473445" cy="3114399"/>
            <a:chOff x="0" y="0"/>
            <a:chExt cx="4473448" cy="3114396"/>
          </a:xfrm>
        </p:grpSpPr>
        <p:sp>
          <p:nvSpPr>
            <p:cNvPr name="Freeform 51" id="51"/>
            <p:cNvSpPr/>
            <p:nvPr/>
          </p:nvSpPr>
          <p:spPr>
            <a:xfrm flipH="false" flipV="false" rot="0">
              <a:off x="724154" y="1447037"/>
              <a:ext cx="3203575" cy="1600708"/>
            </a:xfrm>
            <a:custGeom>
              <a:avLst/>
              <a:gdLst/>
              <a:ahLst/>
              <a:cxnLst/>
              <a:rect r="r" b="b" t="t" l="l"/>
              <a:pathLst>
                <a:path h="1600708" w="3203575">
                  <a:moveTo>
                    <a:pt x="1601597" y="0"/>
                  </a:moveTo>
                  <a:lnTo>
                    <a:pt x="848360" y="752983"/>
                  </a:lnTo>
                  <a:lnTo>
                    <a:pt x="795020" y="806196"/>
                  </a:lnTo>
                  <a:lnTo>
                    <a:pt x="0" y="1600708"/>
                  </a:lnTo>
                  <a:lnTo>
                    <a:pt x="3203575" y="1600708"/>
                  </a:lnTo>
                  <a:lnTo>
                    <a:pt x="2355215" y="752983"/>
                  </a:lnTo>
                  <a:lnTo>
                    <a:pt x="1601724" y="0"/>
                  </a:lnTo>
                  <a:close/>
                </a:path>
              </a:pathLst>
            </a:custGeom>
            <a:solidFill>
              <a:srgbClr val="2E4990"/>
            </a:solidFill>
          </p:spPr>
        </p:sp>
        <p:sp>
          <p:nvSpPr>
            <p:cNvPr name="Freeform 52" id="52"/>
            <p:cNvSpPr/>
            <p:nvPr/>
          </p:nvSpPr>
          <p:spPr>
            <a:xfrm flipH="false" flipV="false" rot="0">
              <a:off x="182245" y="1982469"/>
              <a:ext cx="1282827" cy="1065403"/>
            </a:xfrm>
            <a:custGeom>
              <a:avLst/>
              <a:gdLst/>
              <a:ahLst/>
              <a:cxnLst/>
              <a:rect r="r" b="b" t="t" l="l"/>
              <a:pathLst>
                <a:path h="1065403" w="1282827">
                  <a:moveTo>
                    <a:pt x="1066038" y="127"/>
                  </a:moveTo>
                  <a:lnTo>
                    <a:pt x="1065784" y="381"/>
                  </a:lnTo>
                  <a:lnTo>
                    <a:pt x="1065530" y="381"/>
                  </a:lnTo>
                  <a:lnTo>
                    <a:pt x="1065530" y="635"/>
                  </a:lnTo>
                  <a:lnTo>
                    <a:pt x="0" y="1065403"/>
                  </a:lnTo>
                  <a:lnTo>
                    <a:pt x="433959" y="1065403"/>
                  </a:lnTo>
                  <a:lnTo>
                    <a:pt x="1282827" y="216789"/>
                  </a:lnTo>
                  <a:lnTo>
                    <a:pt x="1065911" y="0"/>
                  </a:lnTo>
                  <a:close/>
                </a:path>
              </a:pathLst>
            </a:custGeom>
            <a:solidFill>
              <a:srgbClr val="1F305D"/>
            </a:solidFill>
          </p:spPr>
        </p:sp>
        <p:sp>
          <p:nvSpPr>
            <p:cNvPr name="Freeform 53" id="53"/>
            <p:cNvSpPr/>
            <p:nvPr/>
          </p:nvSpPr>
          <p:spPr>
            <a:xfrm flipH="false" flipV="false" rot="0">
              <a:off x="3189351" y="1982596"/>
              <a:ext cx="1217549" cy="1065403"/>
            </a:xfrm>
            <a:custGeom>
              <a:avLst/>
              <a:gdLst/>
              <a:ahLst/>
              <a:cxnLst/>
              <a:rect r="r" b="b" t="t" l="l"/>
              <a:pathLst>
                <a:path h="1065403" w="1217549">
                  <a:moveTo>
                    <a:pt x="216916" y="0"/>
                  </a:moveTo>
                  <a:lnTo>
                    <a:pt x="0" y="216789"/>
                  </a:lnTo>
                  <a:lnTo>
                    <a:pt x="848868" y="1065403"/>
                  </a:lnTo>
                  <a:lnTo>
                    <a:pt x="1217549" y="1065403"/>
                  </a:lnTo>
                  <a:lnTo>
                    <a:pt x="1217549" y="1000125"/>
                  </a:lnTo>
                  <a:lnTo>
                    <a:pt x="216916" y="127"/>
                  </a:lnTo>
                  <a:close/>
                </a:path>
              </a:pathLst>
            </a:custGeom>
            <a:solidFill>
              <a:srgbClr val="1F305D"/>
            </a:solidFill>
          </p:spPr>
        </p:sp>
        <p:sp>
          <p:nvSpPr>
            <p:cNvPr name="Freeform 54" id="54"/>
            <p:cNvSpPr/>
            <p:nvPr/>
          </p:nvSpPr>
          <p:spPr>
            <a:xfrm flipH="false" flipV="false" rot="0">
              <a:off x="3403346" y="1619631"/>
              <a:ext cx="726694" cy="363220"/>
            </a:xfrm>
            <a:custGeom>
              <a:avLst/>
              <a:gdLst/>
              <a:ahLst/>
              <a:cxnLst/>
              <a:rect r="r" b="b" t="t" l="l"/>
              <a:pathLst>
                <a:path h="363220" w="726694">
                  <a:moveTo>
                    <a:pt x="0" y="363219"/>
                  </a:moveTo>
                  <a:lnTo>
                    <a:pt x="726694" y="363219"/>
                  </a:lnTo>
                  <a:lnTo>
                    <a:pt x="363474" y="0"/>
                  </a:lnTo>
                  <a:lnTo>
                    <a:pt x="254" y="363219"/>
                  </a:lnTo>
                  <a:lnTo>
                    <a:pt x="0" y="363219"/>
                  </a:lnTo>
                  <a:close/>
                </a:path>
              </a:pathLst>
            </a:custGeom>
            <a:solidFill>
              <a:srgbClr val="9CADD4"/>
            </a:solidFill>
          </p:spPr>
        </p:sp>
        <p:sp>
          <p:nvSpPr>
            <p:cNvPr name="Freeform 55" id="55"/>
            <p:cNvSpPr/>
            <p:nvPr/>
          </p:nvSpPr>
          <p:spPr>
            <a:xfrm flipH="false" flipV="false" rot="0">
              <a:off x="3403600" y="1983104"/>
              <a:ext cx="1003300" cy="997458"/>
            </a:xfrm>
            <a:custGeom>
              <a:avLst/>
              <a:gdLst/>
              <a:ahLst/>
              <a:cxnLst/>
              <a:rect r="r" b="b" t="t" l="l"/>
              <a:pathLst>
                <a:path h="997458" w="1003300">
                  <a:moveTo>
                    <a:pt x="0" y="0"/>
                  </a:moveTo>
                  <a:lnTo>
                    <a:pt x="1003300" y="997458"/>
                  </a:lnTo>
                  <a:lnTo>
                    <a:pt x="1003300" y="0"/>
                  </a:lnTo>
                  <a:close/>
                </a:path>
              </a:pathLst>
            </a:custGeom>
            <a:solidFill>
              <a:srgbClr val="2E4990"/>
            </a:solidFill>
          </p:spPr>
        </p:sp>
        <p:sp>
          <p:nvSpPr>
            <p:cNvPr name="Freeform 56" id="56"/>
            <p:cNvSpPr/>
            <p:nvPr/>
          </p:nvSpPr>
          <p:spPr>
            <a:xfrm flipH="false" flipV="false" rot="0">
              <a:off x="3406267" y="254000"/>
              <a:ext cx="1000633" cy="1729104"/>
            </a:xfrm>
            <a:custGeom>
              <a:avLst/>
              <a:gdLst/>
              <a:ahLst/>
              <a:cxnLst/>
              <a:rect r="r" b="b" t="t" l="l"/>
              <a:pathLst>
                <a:path h="1729104" w="1000633">
                  <a:moveTo>
                    <a:pt x="1000633" y="0"/>
                  </a:moveTo>
                  <a:lnTo>
                    <a:pt x="229616" y="770509"/>
                  </a:lnTo>
                  <a:lnTo>
                    <a:pt x="1000633" y="1540763"/>
                  </a:lnTo>
                  <a:lnTo>
                    <a:pt x="1000633" y="0"/>
                  </a:lnTo>
                  <a:close/>
                  <a:moveTo>
                    <a:pt x="0" y="1728850"/>
                  </a:moveTo>
                  <a:lnTo>
                    <a:pt x="254" y="1729104"/>
                  </a:lnTo>
                  <a:lnTo>
                    <a:pt x="1000633" y="1729104"/>
                  </a:lnTo>
                  <a:lnTo>
                    <a:pt x="1000633" y="1728850"/>
                  </a:lnTo>
                  <a:close/>
                </a:path>
              </a:pathLst>
            </a:custGeom>
            <a:solidFill>
              <a:srgbClr val="9CADD4"/>
            </a:solidFill>
          </p:spPr>
        </p:sp>
        <p:sp>
          <p:nvSpPr>
            <p:cNvPr name="Freeform 57" id="57"/>
            <p:cNvSpPr/>
            <p:nvPr/>
          </p:nvSpPr>
          <p:spPr>
            <a:xfrm flipH="false" flipV="false" rot="0">
              <a:off x="3403600" y="1024509"/>
              <a:ext cx="1003300" cy="1234820"/>
            </a:xfrm>
            <a:custGeom>
              <a:avLst/>
              <a:gdLst/>
              <a:ahLst/>
              <a:cxnLst/>
              <a:rect r="r" b="b" t="t" l="l"/>
              <a:pathLst>
                <a:path h="1234820" w="1003300">
                  <a:moveTo>
                    <a:pt x="232283" y="0"/>
                  </a:moveTo>
                  <a:lnTo>
                    <a:pt x="0" y="232029"/>
                  </a:lnTo>
                  <a:lnTo>
                    <a:pt x="362966" y="594994"/>
                  </a:lnTo>
                  <a:lnTo>
                    <a:pt x="363220" y="594994"/>
                  </a:lnTo>
                  <a:lnTo>
                    <a:pt x="363220" y="595248"/>
                  </a:lnTo>
                  <a:lnTo>
                    <a:pt x="726440" y="958214"/>
                  </a:lnTo>
                  <a:lnTo>
                    <a:pt x="726694" y="958468"/>
                  </a:lnTo>
                  <a:lnTo>
                    <a:pt x="1003300" y="1234820"/>
                  </a:lnTo>
                  <a:lnTo>
                    <a:pt x="1003300" y="770254"/>
                  </a:lnTo>
                  <a:lnTo>
                    <a:pt x="232283" y="0"/>
                  </a:lnTo>
                  <a:close/>
                </a:path>
              </a:pathLst>
            </a:custGeom>
            <a:solidFill>
              <a:srgbClr val="576179"/>
            </a:solidFill>
          </p:spPr>
        </p:sp>
      </p:grpSp>
      <p:grpSp>
        <p:nvGrpSpPr>
          <p:cNvPr name="Group 58" id="58"/>
          <p:cNvGrpSpPr/>
          <p:nvPr/>
        </p:nvGrpSpPr>
        <p:grpSpPr>
          <a:xfrm rot="-1902780">
            <a:off x="2702042" y="1684582"/>
            <a:ext cx="2537717" cy="2303840"/>
            <a:chOff x="0" y="0"/>
            <a:chExt cx="3383623" cy="3071787"/>
          </a:xfrm>
        </p:grpSpPr>
        <p:sp>
          <p:nvSpPr>
            <p:cNvPr name="Freeform 59" id="59"/>
            <p:cNvSpPr/>
            <p:nvPr/>
          </p:nvSpPr>
          <p:spPr>
            <a:xfrm flipH="false" flipV="false" rot="0">
              <a:off x="0" y="0"/>
              <a:ext cx="3383661" cy="3071749"/>
            </a:xfrm>
            <a:custGeom>
              <a:avLst/>
              <a:gdLst/>
              <a:ahLst/>
              <a:cxnLst/>
              <a:rect r="r" b="b" t="t" l="l"/>
              <a:pathLst>
                <a:path h="3071749" w="3383661">
                  <a:moveTo>
                    <a:pt x="3383534" y="0"/>
                  </a:moveTo>
                  <a:lnTo>
                    <a:pt x="0" y="127"/>
                  </a:lnTo>
                  <a:lnTo>
                    <a:pt x="127" y="3071749"/>
                  </a:lnTo>
                  <a:lnTo>
                    <a:pt x="3383661" y="3071622"/>
                  </a:lnTo>
                  <a:lnTo>
                    <a:pt x="3383534" y="0"/>
                  </a:lnTo>
                  <a:close/>
                </a:path>
              </a:pathLst>
            </a:custGeom>
            <a:blipFill>
              <a:blip r:embed="rId5"/>
              <a:stretch>
                <a:fillRect l="-1486" t="0" r="-1353" b="-1"/>
              </a:stretch>
            </a:blipFill>
          </p:spPr>
        </p:sp>
      </p:grpSp>
      <p:grpSp>
        <p:nvGrpSpPr>
          <p:cNvPr name="Group 60" id="60"/>
          <p:cNvGrpSpPr/>
          <p:nvPr/>
        </p:nvGrpSpPr>
        <p:grpSpPr>
          <a:xfrm rot="-1885380">
            <a:off x="7574823" y="1911810"/>
            <a:ext cx="1687449" cy="1674343"/>
            <a:chOff x="0" y="0"/>
            <a:chExt cx="2249932" cy="2232457"/>
          </a:xfrm>
        </p:grpSpPr>
        <p:sp>
          <p:nvSpPr>
            <p:cNvPr name="Freeform 61" id="61"/>
            <p:cNvSpPr/>
            <p:nvPr/>
          </p:nvSpPr>
          <p:spPr>
            <a:xfrm flipH="false" flipV="false" rot="0">
              <a:off x="0" y="0"/>
              <a:ext cx="2249932" cy="2232406"/>
            </a:xfrm>
            <a:custGeom>
              <a:avLst/>
              <a:gdLst/>
              <a:ahLst/>
              <a:cxnLst/>
              <a:rect r="r" b="b" t="t" l="l"/>
              <a:pathLst>
                <a:path h="2232406" w="2249932">
                  <a:moveTo>
                    <a:pt x="2249932" y="0"/>
                  </a:moveTo>
                  <a:lnTo>
                    <a:pt x="0" y="0"/>
                  </a:lnTo>
                  <a:lnTo>
                    <a:pt x="0" y="189103"/>
                  </a:lnTo>
                  <a:lnTo>
                    <a:pt x="0" y="2232406"/>
                  </a:lnTo>
                  <a:lnTo>
                    <a:pt x="2249932" y="2232406"/>
                  </a:lnTo>
                  <a:lnTo>
                    <a:pt x="2249932" y="0"/>
                  </a:lnTo>
                  <a:close/>
                </a:path>
              </a:pathLst>
            </a:custGeom>
            <a:blipFill>
              <a:blip r:embed="rId6"/>
              <a:stretch>
                <a:fillRect l="0" t="-261" r="0" b="-133"/>
              </a:stretch>
            </a:blipFill>
          </p:spPr>
        </p:sp>
      </p:grpSp>
      <p:grpSp>
        <p:nvGrpSpPr>
          <p:cNvPr name="Group 62" id="62"/>
          <p:cNvGrpSpPr/>
          <p:nvPr/>
        </p:nvGrpSpPr>
        <p:grpSpPr>
          <a:xfrm rot="3316200">
            <a:off x="5208594" y="2117255"/>
            <a:ext cx="2129504" cy="1261939"/>
            <a:chOff x="0" y="0"/>
            <a:chExt cx="2839339" cy="1682585"/>
          </a:xfrm>
        </p:grpSpPr>
        <p:sp>
          <p:nvSpPr>
            <p:cNvPr name="Freeform 63" id="63"/>
            <p:cNvSpPr/>
            <p:nvPr/>
          </p:nvSpPr>
          <p:spPr>
            <a:xfrm flipH="false" flipV="false" rot="0">
              <a:off x="0" y="0"/>
              <a:ext cx="2839339" cy="1682623"/>
            </a:xfrm>
            <a:custGeom>
              <a:avLst/>
              <a:gdLst/>
              <a:ahLst/>
              <a:cxnLst/>
              <a:rect r="r" b="b" t="t" l="l"/>
              <a:pathLst>
                <a:path h="1682623" w="2839339">
                  <a:moveTo>
                    <a:pt x="0" y="0"/>
                  </a:moveTo>
                  <a:lnTo>
                    <a:pt x="0" y="1682623"/>
                  </a:lnTo>
                  <a:lnTo>
                    <a:pt x="2839339" y="1682623"/>
                  </a:lnTo>
                  <a:lnTo>
                    <a:pt x="2839339" y="0"/>
                  </a:lnTo>
                  <a:lnTo>
                    <a:pt x="0" y="0"/>
                  </a:lnTo>
                  <a:close/>
                </a:path>
              </a:pathLst>
            </a:custGeom>
            <a:blipFill>
              <a:blip r:embed="rId7"/>
              <a:stretch>
                <a:fillRect l="0" t="-12405" r="0" b="-12591"/>
              </a:stretch>
            </a:blipFill>
          </p:spPr>
        </p:sp>
      </p:grpSp>
      <p:grpSp>
        <p:nvGrpSpPr>
          <p:cNvPr name="Group 64" id="64"/>
          <p:cNvGrpSpPr/>
          <p:nvPr/>
        </p:nvGrpSpPr>
        <p:grpSpPr>
          <a:xfrm rot="0">
            <a:off x="9938804" y="1906829"/>
            <a:ext cx="2102044" cy="1764325"/>
            <a:chOff x="0" y="0"/>
            <a:chExt cx="2802725" cy="2352434"/>
          </a:xfrm>
        </p:grpSpPr>
        <p:sp>
          <p:nvSpPr>
            <p:cNvPr name="Freeform 65" id="65"/>
            <p:cNvSpPr/>
            <p:nvPr/>
          </p:nvSpPr>
          <p:spPr>
            <a:xfrm flipH="false" flipV="false" rot="0">
              <a:off x="0" y="0"/>
              <a:ext cx="2802763" cy="2352421"/>
            </a:xfrm>
            <a:custGeom>
              <a:avLst/>
              <a:gdLst/>
              <a:ahLst/>
              <a:cxnLst/>
              <a:rect r="r" b="b" t="t" l="l"/>
              <a:pathLst>
                <a:path h="2352421" w="2802763">
                  <a:moveTo>
                    <a:pt x="0" y="0"/>
                  </a:moveTo>
                  <a:lnTo>
                    <a:pt x="2802763" y="0"/>
                  </a:lnTo>
                  <a:lnTo>
                    <a:pt x="2802763" y="2352421"/>
                  </a:lnTo>
                  <a:lnTo>
                    <a:pt x="0" y="2352421"/>
                  </a:lnTo>
                  <a:lnTo>
                    <a:pt x="0" y="0"/>
                  </a:lnTo>
                  <a:close/>
                </a:path>
              </a:pathLst>
            </a:custGeom>
            <a:blipFill>
              <a:blip r:embed="rId8"/>
              <a:stretch>
                <a:fillRect l="-4590" t="0" r="-4588" b="-1"/>
              </a:stretch>
            </a:blipFill>
          </p:spPr>
        </p:sp>
      </p:grpSp>
      <p:grpSp>
        <p:nvGrpSpPr>
          <p:cNvPr name="Group 66" id="66"/>
          <p:cNvGrpSpPr/>
          <p:nvPr/>
        </p:nvGrpSpPr>
        <p:grpSpPr>
          <a:xfrm rot="0">
            <a:off x="7262089" y="6394714"/>
            <a:ext cx="4188714" cy="2625033"/>
            <a:chOff x="0" y="0"/>
            <a:chExt cx="5584952" cy="3500044"/>
          </a:xfrm>
        </p:grpSpPr>
        <p:sp>
          <p:nvSpPr>
            <p:cNvPr name="Freeform 67" id="67"/>
            <p:cNvSpPr/>
            <p:nvPr/>
          </p:nvSpPr>
          <p:spPr>
            <a:xfrm flipH="false" flipV="false" rot="0">
              <a:off x="0" y="0"/>
              <a:ext cx="5584952" cy="3499993"/>
            </a:xfrm>
            <a:custGeom>
              <a:avLst/>
              <a:gdLst/>
              <a:ahLst/>
              <a:cxnLst/>
              <a:rect r="r" b="b" t="t" l="l"/>
              <a:pathLst>
                <a:path h="3499993" w="5584952">
                  <a:moveTo>
                    <a:pt x="0" y="0"/>
                  </a:moveTo>
                  <a:lnTo>
                    <a:pt x="5584952" y="0"/>
                  </a:lnTo>
                  <a:lnTo>
                    <a:pt x="5584952" y="3499993"/>
                  </a:lnTo>
                  <a:lnTo>
                    <a:pt x="0" y="3499993"/>
                  </a:lnTo>
                  <a:lnTo>
                    <a:pt x="0" y="0"/>
                  </a:lnTo>
                  <a:close/>
                </a:path>
              </a:pathLst>
            </a:custGeom>
            <a:blipFill>
              <a:blip r:embed="rId9"/>
              <a:stretch>
                <a:fillRect l="0" t="-29855" r="0" b="-29715"/>
              </a:stretch>
            </a:blipFill>
          </p:spPr>
        </p:sp>
      </p:grpSp>
      <p:grpSp>
        <p:nvGrpSpPr>
          <p:cNvPr name="Group 68" id="68"/>
          <p:cNvGrpSpPr/>
          <p:nvPr/>
        </p:nvGrpSpPr>
        <p:grpSpPr>
          <a:xfrm rot="0">
            <a:off x="-63503" y="-63503"/>
            <a:ext cx="7989256" cy="10050380"/>
            <a:chOff x="0" y="0"/>
            <a:chExt cx="7989253" cy="10050386"/>
          </a:xfrm>
        </p:grpSpPr>
        <p:sp>
          <p:nvSpPr>
            <p:cNvPr name="Freeform 69" id="69"/>
            <p:cNvSpPr/>
            <p:nvPr/>
          </p:nvSpPr>
          <p:spPr>
            <a:xfrm flipH="false" flipV="false" rot="0">
              <a:off x="5456889" y="4989831"/>
              <a:ext cx="2265498" cy="1732281"/>
            </a:xfrm>
            <a:custGeom>
              <a:avLst/>
              <a:gdLst/>
              <a:ahLst/>
              <a:cxnLst/>
              <a:rect r="r" b="b" t="t" l="l"/>
              <a:pathLst>
                <a:path h="1732281" w="2265498">
                  <a:moveTo>
                    <a:pt x="1861106" y="744475"/>
                  </a:moveTo>
                  <a:cubicBezTo>
                    <a:pt x="1980232" y="810134"/>
                    <a:pt x="2080816" y="865633"/>
                    <a:pt x="2147618" y="902590"/>
                  </a:cubicBezTo>
                  <a:lnTo>
                    <a:pt x="2069767" y="1095503"/>
                  </a:lnTo>
                  <a:cubicBezTo>
                    <a:pt x="2065957" y="1105028"/>
                    <a:pt x="2058338" y="1112648"/>
                    <a:pt x="2048685" y="1116458"/>
                  </a:cubicBezTo>
                  <a:cubicBezTo>
                    <a:pt x="2047034" y="1117093"/>
                    <a:pt x="2045256" y="1117474"/>
                    <a:pt x="2043605" y="1117474"/>
                  </a:cubicBezTo>
                  <a:cubicBezTo>
                    <a:pt x="2041319" y="1117474"/>
                    <a:pt x="2039160" y="1116966"/>
                    <a:pt x="2037128" y="1115823"/>
                  </a:cubicBezTo>
                  <a:cubicBezTo>
                    <a:pt x="2033572" y="1113918"/>
                    <a:pt x="2030905" y="1110616"/>
                    <a:pt x="2030016" y="1106679"/>
                  </a:cubicBezTo>
                  <a:lnTo>
                    <a:pt x="2024936" y="1085343"/>
                  </a:lnTo>
                  <a:cubicBezTo>
                    <a:pt x="2020872" y="1067944"/>
                    <a:pt x="2008300" y="1029590"/>
                    <a:pt x="2001314" y="1013080"/>
                  </a:cubicBezTo>
                  <a:lnTo>
                    <a:pt x="1968040" y="934721"/>
                  </a:lnTo>
                  <a:cubicBezTo>
                    <a:pt x="1956483" y="907289"/>
                    <a:pt x="1924098" y="843662"/>
                    <a:pt x="1908858" y="818135"/>
                  </a:cubicBezTo>
                  <a:lnTo>
                    <a:pt x="1892094" y="789941"/>
                  </a:lnTo>
                  <a:cubicBezTo>
                    <a:pt x="1885998" y="779654"/>
                    <a:pt x="1871520" y="758445"/>
                    <a:pt x="1861233" y="744475"/>
                  </a:cubicBezTo>
                  <a:close/>
                  <a:moveTo>
                    <a:pt x="512747" y="509"/>
                  </a:moveTo>
                  <a:cubicBezTo>
                    <a:pt x="514398" y="1398"/>
                    <a:pt x="781479" y="148845"/>
                    <a:pt x="1104821" y="327153"/>
                  </a:cubicBezTo>
                  <a:cubicBezTo>
                    <a:pt x="1083103" y="325629"/>
                    <a:pt x="1042972" y="324232"/>
                    <a:pt x="1019985" y="324232"/>
                  </a:cubicBezTo>
                  <a:cubicBezTo>
                    <a:pt x="1016937" y="324232"/>
                    <a:pt x="1014143" y="324232"/>
                    <a:pt x="1011857" y="324359"/>
                  </a:cubicBezTo>
                  <a:lnTo>
                    <a:pt x="982139" y="324994"/>
                  </a:lnTo>
                  <a:cubicBezTo>
                    <a:pt x="968042" y="325375"/>
                    <a:pt x="937054" y="328931"/>
                    <a:pt x="923211" y="331852"/>
                  </a:cubicBezTo>
                  <a:lnTo>
                    <a:pt x="833803" y="350902"/>
                  </a:lnTo>
                  <a:cubicBezTo>
                    <a:pt x="799513" y="358268"/>
                    <a:pt x="722424" y="381509"/>
                    <a:pt x="689785" y="394336"/>
                  </a:cubicBezTo>
                  <a:lnTo>
                    <a:pt x="654733" y="408179"/>
                  </a:lnTo>
                  <a:cubicBezTo>
                    <a:pt x="638350" y="414656"/>
                    <a:pt x="602282" y="432436"/>
                    <a:pt x="587296" y="441453"/>
                  </a:cubicBezTo>
                  <a:lnTo>
                    <a:pt x="519097" y="482347"/>
                  </a:lnTo>
                  <a:cubicBezTo>
                    <a:pt x="486331" y="501905"/>
                    <a:pt x="420672" y="551435"/>
                    <a:pt x="392605" y="577470"/>
                  </a:cubicBezTo>
                  <a:lnTo>
                    <a:pt x="324025" y="641097"/>
                  </a:lnTo>
                  <a:cubicBezTo>
                    <a:pt x="291005" y="671704"/>
                    <a:pt x="227378" y="744348"/>
                    <a:pt x="201597" y="781051"/>
                  </a:cubicBezTo>
                  <a:lnTo>
                    <a:pt x="163370" y="835153"/>
                  </a:lnTo>
                  <a:cubicBezTo>
                    <a:pt x="145082" y="861061"/>
                    <a:pt x="111554" y="920497"/>
                    <a:pt x="98727" y="949707"/>
                  </a:cubicBezTo>
                  <a:lnTo>
                    <a:pt x="76629" y="1000380"/>
                  </a:lnTo>
                  <a:cubicBezTo>
                    <a:pt x="66342" y="1024129"/>
                    <a:pt x="48308" y="1078485"/>
                    <a:pt x="42466" y="1103377"/>
                  </a:cubicBezTo>
                  <a:lnTo>
                    <a:pt x="24812" y="1179069"/>
                  </a:lnTo>
                  <a:cubicBezTo>
                    <a:pt x="16685" y="1214248"/>
                    <a:pt x="4874" y="1295528"/>
                    <a:pt x="2715" y="1331596"/>
                  </a:cubicBezTo>
                  <a:lnTo>
                    <a:pt x="429" y="1370204"/>
                  </a:lnTo>
                  <a:cubicBezTo>
                    <a:pt x="-588" y="1388111"/>
                    <a:pt x="302" y="1429386"/>
                    <a:pt x="2080" y="1447166"/>
                  </a:cubicBezTo>
                  <a:lnTo>
                    <a:pt x="16939" y="1592328"/>
                  </a:lnTo>
                  <a:cubicBezTo>
                    <a:pt x="17955" y="1602615"/>
                    <a:pt x="22908" y="1614426"/>
                    <a:pt x="29639" y="1622427"/>
                  </a:cubicBezTo>
                  <a:lnTo>
                    <a:pt x="35099" y="1628903"/>
                  </a:lnTo>
                  <a:cubicBezTo>
                    <a:pt x="36750" y="1630935"/>
                    <a:pt x="39164" y="1631952"/>
                    <a:pt x="41577" y="1631952"/>
                  </a:cubicBezTo>
                  <a:cubicBezTo>
                    <a:pt x="43482" y="1631952"/>
                    <a:pt x="45514" y="1631316"/>
                    <a:pt x="47038" y="1630046"/>
                  </a:cubicBezTo>
                  <a:lnTo>
                    <a:pt x="53515" y="1624585"/>
                  </a:lnTo>
                  <a:cubicBezTo>
                    <a:pt x="61769" y="1617728"/>
                    <a:pt x="66088" y="1607314"/>
                    <a:pt x="65325" y="1596518"/>
                  </a:cubicBezTo>
                  <a:lnTo>
                    <a:pt x="61135" y="1540257"/>
                  </a:lnTo>
                  <a:cubicBezTo>
                    <a:pt x="58468" y="1504697"/>
                    <a:pt x="61262" y="1429767"/>
                    <a:pt x="66596" y="1394461"/>
                  </a:cubicBezTo>
                  <a:lnTo>
                    <a:pt x="76375" y="1329057"/>
                  </a:lnTo>
                  <a:cubicBezTo>
                    <a:pt x="81200" y="1296290"/>
                    <a:pt x="99362" y="1233425"/>
                    <a:pt x="112570" y="1203200"/>
                  </a:cubicBezTo>
                  <a:lnTo>
                    <a:pt x="173530" y="1063626"/>
                  </a:lnTo>
                  <a:cubicBezTo>
                    <a:pt x="191056" y="1023621"/>
                    <a:pt x="235506" y="950088"/>
                    <a:pt x="262938" y="916052"/>
                  </a:cubicBezTo>
                  <a:lnTo>
                    <a:pt x="290243" y="882143"/>
                  </a:lnTo>
                  <a:cubicBezTo>
                    <a:pt x="302943" y="866268"/>
                    <a:pt x="334947" y="832994"/>
                    <a:pt x="350187" y="819532"/>
                  </a:cubicBezTo>
                  <a:lnTo>
                    <a:pt x="387652" y="786639"/>
                  </a:lnTo>
                  <a:cubicBezTo>
                    <a:pt x="405051" y="771399"/>
                    <a:pt x="447850" y="739522"/>
                    <a:pt x="467535" y="727330"/>
                  </a:cubicBezTo>
                  <a:lnTo>
                    <a:pt x="509191" y="701295"/>
                  </a:lnTo>
                  <a:cubicBezTo>
                    <a:pt x="528749" y="689103"/>
                    <a:pt x="574977" y="665735"/>
                    <a:pt x="596440" y="657226"/>
                  </a:cubicBezTo>
                  <a:lnTo>
                    <a:pt x="643811" y="638557"/>
                  </a:lnTo>
                  <a:cubicBezTo>
                    <a:pt x="665655" y="629921"/>
                    <a:pt x="717979" y="613919"/>
                    <a:pt x="740839" y="608839"/>
                  </a:cubicBezTo>
                  <a:lnTo>
                    <a:pt x="766620" y="603124"/>
                  </a:lnTo>
                  <a:cubicBezTo>
                    <a:pt x="778558" y="600457"/>
                    <a:pt x="806371" y="596647"/>
                    <a:pt x="818690" y="595885"/>
                  </a:cubicBezTo>
                  <a:lnTo>
                    <a:pt x="856536" y="593853"/>
                  </a:lnTo>
                  <a:cubicBezTo>
                    <a:pt x="861743" y="593599"/>
                    <a:pt x="869109" y="593472"/>
                    <a:pt x="877364" y="593472"/>
                  </a:cubicBezTo>
                  <a:cubicBezTo>
                    <a:pt x="896414" y="593472"/>
                    <a:pt x="920163" y="594107"/>
                    <a:pt x="932101" y="595250"/>
                  </a:cubicBezTo>
                  <a:lnTo>
                    <a:pt x="973249" y="598933"/>
                  </a:lnTo>
                  <a:cubicBezTo>
                    <a:pt x="991918" y="600584"/>
                    <a:pt x="1036241" y="607696"/>
                    <a:pt x="1054528" y="612014"/>
                  </a:cubicBezTo>
                  <a:lnTo>
                    <a:pt x="1075865" y="616967"/>
                  </a:lnTo>
                  <a:cubicBezTo>
                    <a:pt x="1085898" y="619380"/>
                    <a:pt x="1107868" y="626619"/>
                    <a:pt x="1117266" y="630683"/>
                  </a:cubicBezTo>
                  <a:lnTo>
                    <a:pt x="1173528" y="655194"/>
                  </a:lnTo>
                  <a:cubicBezTo>
                    <a:pt x="1200071" y="666751"/>
                    <a:pt x="1256459" y="697993"/>
                    <a:pt x="1280463" y="714249"/>
                  </a:cubicBezTo>
                  <a:lnTo>
                    <a:pt x="1306370" y="731902"/>
                  </a:lnTo>
                  <a:cubicBezTo>
                    <a:pt x="1318308" y="739903"/>
                    <a:pt x="1344597" y="761112"/>
                    <a:pt x="1355139" y="770891"/>
                  </a:cubicBezTo>
                  <a:lnTo>
                    <a:pt x="1393873" y="807086"/>
                  </a:lnTo>
                  <a:cubicBezTo>
                    <a:pt x="1412416" y="824358"/>
                    <a:pt x="1448610" y="865887"/>
                    <a:pt x="1463216" y="886588"/>
                  </a:cubicBezTo>
                  <a:lnTo>
                    <a:pt x="1510332" y="952755"/>
                  </a:lnTo>
                  <a:cubicBezTo>
                    <a:pt x="1521635" y="968630"/>
                    <a:pt x="1546908" y="1009270"/>
                    <a:pt x="1556179" y="1026415"/>
                  </a:cubicBezTo>
                  <a:lnTo>
                    <a:pt x="1566466" y="1045592"/>
                  </a:lnTo>
                  <a:cubicBezTo>
                    <a:pt x="1571039" y="1054228"/>
                    <a:pt x="1581198" y="1075818"/>
                    <a:pt x="1584754" y="1084962"/>
                  </a:cubicBezTo>
                  <a:lnTo>
                    <a:pt x="1644698" y="1238505"/>
                  </a:lnTo>
                  <a:cubicBezTo>
                    <a:pt x="1646857" y="1243839"/>
                    <a:pt x="1645715" y="1249935"/>
                    <a:pt x="1642031" y="1254126"/>
                  </a:cubicBezTo>
                  <a:cubicBezTo>
                    <a:pt x="1638983" y="1257555"/>
                    <a:pt x="1634792" y="1259460"/>
                    <a:pt x="1630347" y="1259460"/>
                  </a:cubicBezTo>
                  <a:cubicBezTo>
                    <a:pt x="1629204" y="1259460"/>
                    <a:pt x="1628061" y="1259333"/>
                    <a:pt x="1626918" y="1259079"/>
                  </a:cubicBezTo>
                  <a:lnTo>
                    <a:pt x="1544750" y="1240538"/>
                  </a:lnTo>
                  <a:cubicBezTo>
                    <a:pt x="1521635" y="1235330"/>
                    <a:pt x="1470708" y="1229234"/>
                    <a:pt x="1446959" y="1228853"/>
                  </a:cubicBezTo>
                  <a:lnTo>
                    <a:pt x="1419019" y="1228472"/>
                  </a:lnTo>
                  <a:cubicBezTo>
                    <a:pt x="1418766" y="1228472"/>
                    <a:pt x="1418511" y="1228472"/>
                    <a:pt x="1418257" y="1228472"/>
                  </a:cubicBezTo>
                  <a:cubicBezTo>
                    <a:pt x="1406446" y="1228472"/>
                    <a:pt x="1388158" y="1231775"/>
                    <a:pt x="1377364" y="1236092"/>
                  </a:cubicBezTo>
                  <a:lnTo>
                    <a:pt x="1367330" y="1240029"/>
                  </a:lnTo>
                  <a:cubicBezTo>
                    <a:pt x="1361489" y="1242315"/>
                    <a:pt x="1354503" y="1247522"/>
                    <a:pt x="1350693" y="1252476"/>
                  </a:cubicBezTo>
                  <a:lnTo>
                    <a:pt x="1344343" y="1260603"/>
                  </a:lnTo>
                  <a:cubicBezTo>
                    <a:pt x="1340406" y="1265810"/>
                    <a:pt x="1339136" y="1272414"/>
                    <a:pt x="1341041" y="1278638"/>
                  </a:cubicBezTo>
                  <a:lnTo>
                    <a:pt x="1348280" y="1302386"/>
                  </a:lnTo>
                  <a:cubicBezTo>
                    <a:pt x="1354250" y="1322071"/>
                    <a:pt x="1369108" y="1346075"/>
                    <a:pt x="1383967" y="1360171"/>
                  </a:cubicBezTo>
                  <a:lnTo>
                    <a:pt x="1403526" y="1378713"/>
                  </a:lnTo>
                  <a:cubicBezTo>
                    <a:pt x="1412923" y="1387603"/>
                    <a:pt x="1435021" y="1405002"/>
                    <a:pt x="1445943" y="1411860"/>
                  </a:cubicBezTo>
                  <a:lnTo>
                    <a:pt x="1476804" y="1431419"/>
                  </a:lnTo>
                  <a:cubicBezTo>
                    <a:pt x="1490140" y="1439927"/>
                    <a:pt x="1526080" y="1460628"/>
                    <a:pt x="1540051" y="1467994"/>
                  </a:cubicBezTo>
                  <a:lnTo>
                    <a:pt x="2035731" y="1729615"/>
                  </a:lnTo>
                  <a:cubicBezTo>
                    <a:pt x="2039288" y="1731519"/>
                    <a:pt x="2042970" y="1732281"/>
                    <a:pt x="2046780" y="1732281"/>
                  </a:cubicBezTo>
                  <a:cubicBezTo>
                    <a:pt x="2054401" y="1732281"/>
                    <a:pt x="2061893" y="1728598"/>
                    <a:pt x="2066466" y="1721741"/>
                  </a:cubicBezTo>
                  <a:lnTo>
                    <a:pt x="2078277" y="1703960"/>
                  </a:lnTo>
                  <a:cubicBezTo>
                    <a:pt x="2089453" y="1687323"/>
                    <a:pt x="2111169" y="1647827"/>
                    <a:pt x="2119170" y="1629411"/>
                  </a:cubicBezTo>
                  <a:lnTo>
                    <a:pt x="2128950" y="1606932"/>
                  </a:lnTo>
                  <a:cubicBezTo>
                    <a:pt x="2133141" y="1597280"/>
                    <a:pt x="2143173" y="1571245"/>
                    <a:pt x="2146729" y="1561340"/>
                  </a:cubicBezTo>
                  <a:lnTo>
                    <a:pt x="2201593" y="1401319"/>
                  </a:lnTo>
                  <a:cubicBezTo>
                    <a:pt x="2214802" y="1362838"/>
                    <a:pt x="2240455" y="1268096"/>
                    <a:pt x="2248456" y="1228219"/>
                  </a:cubicBezTo>
                  <a:lnTo>
                    <a:pt x="2257346" y="1184150"/>
                  </a:lnTo>
                  <a:cubicBezTo>
                    <a:pt x="2261665" y="1162940"/>
                    <a:pt x="2265855" y="1116839"/>
                    <a:pt x="2265475" y="1095249"/>
                  </a:cubicBezTo>
                  <a:lnTo>
                    <a:pt x="2265093" y="1071627"/>
                  </a:lnTo>
                  <a:cubicBezTo>
                    <a:pt x="2264840" y="1060197"/>
                    <a:pt x="2261918" y="1036194"/>
                    <a:pt x="2259378" y="1024891"/>
                  </a:cubicBezTo>
                  <a:lnTo>
                    <a:pt x="2253282" y="999237"/>
                  </a:lnTo>
                  <a:cubicBezTo>
                    <a:pt x="2250234" y="986537"/>
                    <a:pt x="2241091" y="962153"/>
                    <a:pt x="2234867" y="950469"/>
                  </a:cubicBezTo>
                  <a:cubicBezTo>
                    <a:pt x="2234994" y="950596"/>
                    <a:pt x="2235121" y="950596"/>
                    <a:pt x="2235121" y="950596"/>
                  </a:cubicBezTo>
                  <a:lnTo>
                    <a:pt x="2187496" y="861696"/>
                  </a:lnTo>
                  <a:cubicBezTo>
                    <a:pt x="2185210" y="857378"/>
                    <a:pt x="2180639" y="854584"/>
                    <a:pt x="2175685" y="854584"/>
                  </a:cubicBezTo>
                  <a:cubicBezTo>
                    <a:pt x="2175431" y="854584"/>
                    <a:pt x="2175178" y="854584"/>
                    <a:pt x="2174923" y="854584"/>
                  </a:cubicBezTo>
                  <a:cubicBezTo>
                    <a:pt x="2169716" y="854838"/>
                    <a:pt x="2165144" y="858140"/>
                    <a:pt x="2163240" y="862966"/>
                  </a:cubicBezTo>
                  <a:lnTo>
                    <a:pt x="2147365" y="902082"/>
                  </a:lnTo>
                  <a:lnTo>
                    <a:pt x="1860853" y="743967"/>
                  </a:lnTo>
                  <a:cubicBezTo>
                    <a:pt x="1858440" y="740665"/>
                    <a:pt x="1856280" y="737871"/>
                    <a:pt x="1854629" y="735585"/>
                  </a:cubicBezTo>
                  <a:lnTo>
                    <a:pt x="1819196" y="691008"/>
                  </a:lnTo>
                  <a:cubicBezTo>
                    <a:pt x="1803194" y="670942"/>
                    <a:pt x="1761411" y="624714"/>
                    <a:pt x="1742996" y="606807"/>
                  </a:cubicBezTo>
                  <a:lnTo>
                    <a:pt x="1716707" y="581280"/>
                  </a:lnTo>
                  <a:cubicBezTo>
                    <a:pt x="1704896" y="569723"/>
                    <a:pt x="1674290" y="543688"/>
                    <a:pt x="1661081" y="533782"/>
                  </a:cubicBezTo>
                  <a:lnTo>
                    <a:pt x="1622601" y="504953"/>
                  </a:lnTo>
                  <a:cubicBezTo>
                    <a:pt x="1604185" y="491237"/>
                    <a:pt x="1561259" y="465329"/>
                    <a:pt x="1540558" y="455423"/>
                  </a:cubicBezTo>
                  <a:lnTo>
                    <a:pt x="1390064" y="383922"/>
                  </a:lnTo>
                  <a:cubicBezTo>
                    <a:pt x="1372665" y="375667"/>
                    <a:pt x="1354377" y="369063"/>
                    <a:pt x="1335580" y="364364"/>
                  </a:cubicBezTo>
                  <a:lnTo>
                    <a:pt x="1296338" y="354585"/>
                  </a:lnTo>
                  <a:cubicBezTo>
                    <a:pt x="1265350" y="346711"/>
                    <a:pt x="1191690" y="334392"/>
                    <a:pt x="1159685" y="331598"/>
                  </a:cubicBezTo>
                  <a:lnTo>
                    <a:pt x="1110536" y="327153"/>
                  </a:lnTo>
                  <a:cubicBezTo>
                    <a:pt x="1108758" y="327026"/>
                    <a:pt x="1106726" y="326899"/>
                    <a:pt x="1104566" y="326645"/>
                  </a:cubicBezTo>
                  <a:lnTo>
                    <a:pt x="512493" y="0"/>
                  </a:lnTo>
                  <a:close/>
                </a:path>
              </a:pathLst>
            </a:custGeom>
            <a:solidFill>
              <a:srgbClr val="000000"/>
            </a:solidFill>
          </p:spPr>
        </p:sp>
        <p:sp>
          <p:nvSpPr>
            <p:cNvPr name="Freeform 70" id="70"/>
            <p:cNvSpPr/>
            <p:nvPr/>
          </p:nvSpPr>
          <p:spPr>
            <a:xfrm flipH="false" flipV="false" rot="0">
              <a:off x="63500" y="63500"/>
              <a:ext cx="4670426" cy="3035809"/>
            </a:xfrm>
            <a:custGeom>
              <a:avLst/>
              <a:gdLst/>
              <a:ahLst/>
              <a:cxnLst/>
              <a:rect r="r" b="b" t="t" l="l"/>
              <a:pathLst>
                <a:path h="3035809" w="4670426">
                  <a:moveTo>
                    <a:pt x="0" y="0"/>
                  </a:moveTo>
                  <a:lnTo>
                    <a:pt x="0" y="3035809"/>
                  </a:lnTo>
                  <a:lnTo>
                    <a:pt x="4670426" y="3035809"/>
                  </a:lnTo>
                  <a:lnTo>
                    <a:pt x="4670426" y="0"/>
                  </a:lnTo>
                  <a:close/>
                </a:path>
              </a:pathLst>
            </a:custGeom>
            <a:solidFill>
              <a:srgbClr val="000000">
                <a:alpha val="0"/>
              </a:srgbClr>
            </a:solidFill>
          </p:spPr>
        </p:sp>
        <p:sp>
          <p:nvSpPr>
            <p:cNvPr name="Freeform 71" id="71"/>
            <p:cNvSpPr/>
            <p:nvPr/>
          </p:nvSpPr>
          <p:spPr>
            <a:xfrm flipH="false" flipV="false" rot="0">
              <a:off x="63500" y="2990851"/>
              <a:ext cx="7013831" cy="5430395"/>
            </a:xfrm>
            <a:custGeom>
              <a:avLst/>
              <a:gdLst/>
              <a:ahLst/>
              <a:cxnLst/>
              <a:rect r="r" b="b" t="t" l="l"/>
              <a:pathLst>
                <a:path h="5430395" w="7013831">
                  <a:moveTo>
                    <a:pt x="0" y="0"/>
                  </a:moveTo>
                  <a:lnTo>
                    <a:pt x="0" y="5430395"/>
                  </a:lnTo>
                  <a:lnTo>
                    <a:pt x="7013831" y="5430395"/>
                  </a:lnTo>
                  <a:lnTo>
                    <a:pt x="7013831" y="0"/>
                  </a:lnTo>
                  <a:close/>
                </a:path>
              </a:pathLst>
            </a:custGeom>
            <a:solidFill>
              <a:srgbClr val="000000">
                <a:alpha val="0"/>
              </a:srgbClr>
            </a:solidFill>
          </p:spPr>
        </p:sp>
        <p:sp>
          <p:nvSpPr>
            <p:cNvPr name="Freeform 72" id="72"/>
            <p:cNvSpPr/>
            <p:nvPr/>
          </p:nvSpPr>
          <p:spPr>
            <a:xfrm flipH="false" flipV="false" rot="0">
              <a:off x="5296155" y="4974465"/>
              <a:ext cx="2629536" cy="2410080"/>
            </a:xfrm>
            <a:custGeom>
              <a:avLst/>
              <a:gdLst/>
              <a:ahLst/>
              <a:cxnLst/>
              <a:rect r="r" b="b" t="t" l="l"/>
              <a:pathLst>
                <a:path h="2410080" w="2629536">
                  <a:moveTo>
                    <a:pt x="0" y="2410080"/>
                  </a:moveTo>
                  <a:lnTo>
                    <a:pt x="2629536" y="2410080"/>
                  </a:lnTo>
                  <a:lnTo>
                    <a:pt x="2629536" y="0"/>
                  </a:lnTo>
                  <a:lnTo>
                    <a:pt x="0" y="0"/>
                  </a:lnTo>
                  <a:close/>
                </a:path>
              </a:pathLst>
            </a:custGeom>
            <a:solidFill>
              <a:srgbClr val="000000">
                <a:alpha val="0"/>
              </a:srgbClr>
            </a:solidFill>
          </p:spPr>
        </p:sp>
        <p:sp>
          <p:nvSpPr>
            <p:cNvPr name="Freeform 73" id="73"/>
            <p:cNvSpPr/>
            <p:nvPr/>
          </p:nvSpPr>
          <p:spPr>
            <a:xfrm flipH="false" flipV="false" rot="0">
              <a:off x="63500" y="6590286"/>
              <a:ext cx="3949320" cy="3396616"/>
            </a:xfrm>
            <a:custGeom>
              <a:avLst/>
              <a:gdLst/>
              <a:ahLst/>
              <a:cxnLst/>
              <a:rect r="r" b="b" t="t" l="l"/>
              <a:pathLst>
                <a:path h="3396616" w="3949320">
                  <a:moveTo>
                    <a:pt x="0" y="0"/>
                  </a:moveTo>
                  <a:lnTo>
                    <a:pt x="0" y="3396616"/>
                  </a:lnTo>
                  <a:lnTo>
                    <a:pt x="3949320" y="3396616"/>
                  </a:lnTo>
                  <a:lnTo>
                    <a:pt x="3949320" y="0"/>
                  </a:lnTo>
                  <a:close/>
                </a:path>
              </a:pathLst>
            </a:custGeom>
            <a:solidFill>
              <a:srgbClr val="000000">
                <a:alpha val="0"/>
              </a:srgbClr>
            </a:solidFill>
          </p:spPr>
        </p:sp>
      </p:grpSp>
      <p:grpSp>
        <p:nvGrpSpPr>
          <p:cNvPr name="Group 74" id="74"/>
          <p:cNvGrpSpPr/>
          <p:nvPr/>
        </p:nvGrpSpPr>
        <p:grpSpPr>
          <a:xfrm rot="0">
            <a:off x="10016300" y="730291"/>
            <a:ext cx="8335204" cy="9620202"/>
            <a:chOff x="0" y="0"/>
            <a:chExt cx="8335201" cy="9620199"/>
          </a:xfrm>
        </p:grpSpPr>
        <p:sp>
          <p:nvSpPr>
            <p:cNvPr name="Freeform 75" id="75"/>
            <p:cNvSpPr/>
            <p:nvPr/>
          </p:nvSpPr>
          <p:spPr>
            <a:xfrm flipH="false" flipV="false" rot="0">
              <a:off x="230776" y="4052821"/>
              <a:ext cx="2279815" cy="1809495"/>
            </a:xfrm>
            <a:custGeom>
              <a:avLst/>
              <a:gdLst/>
              <a:ahLst/>
              <a:cxnLst/>
              <a:rect r="r" b="b" t="t" l="l"/>
              <a:pathLst>
                <a:path h="1809495" w="2279815">
                  <a:moveTo>
                    <a:pt x="1893553" y="813308"/>
                  </a:moveTo>
                  <a:cubicBezTo>
                    <a:pt x="2008996" y="885190"/>
                    <a:pt x="2106659" y="945769"/>
                    <a:pt x="2171429" y="986154"/>
                  </a:cubicBezTo>
                  <a:lnTo>
                    <a:pt x="2083545" y="1174622"/>
                  </a:lnTo>
                  <a:cubicBezTo>
                    <a:pt x="2079227" y="1184020"/>
                    <a:pt x="2071226" y="1191133"/>
                    <a:pt x="2061320" y="1194434"/>
                  </a:cubicBezTo>
                  <a:cubicBezTo>
                    <a:pt x="2059923" y="1194942"/>
                    <a:pt x="2058399" y="1195196"/>
                    <a:pt x="2056875" y="1195196"/>
                  </a:cubicBezTo>
                  <a:cubicBezTo>
                    <a:pt x="2054335" y="1195196"/>
                    <a:pt x="2051922" y="1194561"/>
                    <a:pt x="2049763" y="1193164"/>
                  </a:cubicBezTo>
                  <a:cubicBezTo>
                    <a:pt x="2046207" y="1191133"/>
                    <a:pt x="2043921" y="1187576"/>
                    <a:pt x="2043159" y="1183639"/>
                  </a:cubicBezTo>
                  <a:lnTo>
                    <a:pt x="2039222" y="1162049"/>
                  </a:lnTo>
                  <a:cubicBezTo>
                    <a:pt x="2036047" y="1144523"/>
                    <a:pt x="2025506" y="1105408"/>
                    <a:pt x="2019410" y="1088770"/>
                  </a:cubicBezTo>
                  <a:lnTo>
                    <a:pt x="1990327" y="1008887"/>
                  </a:lnTo>
                  <a:cubicBezTo>
                    <a:pt x="1980167" y="980948"/>
                    <a:pt x="1951211" y="915543"/>
                    <a:pt x="1937241" y="889254"/>
                  </a:cubicBezTo>
                  <a:lnTo>
                    <a:pt x="1922001" y="860171"/>
                  </a:lnTo>
                  <a:cubicBezTo>
                    <a:pt x="1916413" y="849630"/>
                    <a:pt x="1903078" y="827659"/>
                    <a:pt x="1893553" y="813181"/>
                  </a:cubicBezTo>
                  <a:close/>
                  <a:moveTo>
                    <a:pt x="585961" y="0"/>
                  </a:moveTo>
                  <a:cubicBezTo>
                    <a:pt x="586596" y="381"/>
                    <a:pt x="845930" y="161671"/>
                    <a:pt x="1160128" y="357124"/>
                  </a:cubicBezTo>
                  <a:cubicBezTo>
                    <a:pt x="1135617" y="354076"/>
                    <a:pt x="1087611" y="350012"/>
                    <a:pt x="1067418" y="349377"/>
                  </a:cubicBezTo>
                  <a:lnTo>
                    <a:pt x="1037700" y="348488"/>
                  </a:lnTo>
                  <a:cubicBezTo>
                    <a:pt x="1036430" y="348488"/>
                    <a:pt x="1035033" y="348488"/>
                    <a:pt x="1033509" y="348488"/>
                  </a:cubicBezTo>
                  <a:cubicBezTo>
                    <a:pt x="1018142" y="348488"/>
                    <a:pt x="991218" y="350266"/>
                    <a:pt x="978518" y="352298"/>
                  </a:cubicBezTo>
                  <a:lnTo>
                    <a:pt x="888221" y="366649"/>
                  </a:lnTo>
                  <a:cubicBezTo>
                    <a:pt x="853677" y="372110"/>
                    <a:pt x="775445" y="391414"/>
                    <a:pt x="742044" y="402463"/>
                  </a:cubicBezTo>
                  <a:lnTo>
                    <a:pt x="706230" y="414401"/>
                  </a:lnTo>
                  <a:cubicBezTo>
                    <a:pt x="689593" y="419989"/>
                    <a:pt x="652636" y="435864"/>
                    <a:pt x="637142" y="444119"/>
                  </a:cubicBezTo>
                  <a:lnTo>
                    <a:pt x="566911" y="481457"/>
                  </a:lnTo>
                  <a:cubicBezTo>
                    <a:pt x="533129" y="499364"/>
                    <a:pt x="464930" y="545211"/>
                    <a:pt x="435593" y="569849"/>
                  </a:cubicBezTo>
                  <a:lnTo>
                    <a:pt x="363838" y="629793"/>
                  </a:lnTo>
                  <a:cubicBezTo>
                    <a:pt x="329294" y="658622"/>
                    <a:pt x="261984" y="727837"/>
                    <a:pt x="234298" y="763143"/>
                  </a:cubicBezTo>
                  <a:lnTo>
                    <a:pt x="193277" y="815213"/>
                  </a:lnTo>
                  <a:cubicBezTo>
                    <a:pt x="173592" y="840232"/>
                    <a:pt x="136889" y="898144"/>
                    <a:pt x="122665" y="926592"/>
                  </a:cubicBezTo>
                  <a:lnTo>
                    <a:pt x="98154" y="975487"/>
                  </a:lnTo>
                  <a:cubicBezTo>
                    <a:pt x="86597" y="998473"/>
                    <a:pt x="65642" y="1052195"/>
                    <a:pt x="58530" y="1076833"/>
                  </a:cubicBezTo>
                  <a:lnTo>
                    <a:pt x="36940" y="1151509"/>
                  </a:lnTo>
                  <a:cubicBezTo>
                    <a:pt x="27034" y="1186179"/>
                    <a:pt x="10905" y="1266697"/>
                    <a:pt x="6841" y="1302639"/>
                  </a:cubicBezTo>
                  <a:lnTo>
                    <a:pt x="2650" y="1340992"/>
                  </a:lnTo>
                  <a:cubicBezTo>
                    <a:pt x="618" y="1358772"/>
                    <a:pt x="-525" y="1400047"/>
                    <a:pt x="237" y="1417954"/>
                  </a:cubicBezTo>
                  <a:lnTo>
                    <a:pt x="7476" y="1563751"/>
                  </a:lnTo>
                  <a:cubicBezTo>
                    <a:pt x="7984" y="1574037"/>
                    <a:pt x="12302" y="1586102"/>
                    <a:pt x="18525" y="1594484"/>
                  </a:cubicBezTo>
                  <a:lnTo>
                    <a:pt x="23732" y="1601342"/>
                  </a:lnTo>
                  <a:cubicBezTo>
                    <a:pt x="25383" y="1603628"/>
                    <a:pt x="27923" y="1604771"/>
                    <a:pt x="30590" y="1604771"/>
                  </a:cubicBezTo>
                  <a:cubicBezTo>
                    <a:pt x="32368" y="1604771"/>
                    <a:pt x="34146" y="1604263"/>
                    <a:pt x="35670" y="1603120"/>
                  </a:cubicBezTo>
                  <a:lnTo>
                    <a:pt x="42528" y="1597913"/>
                  </a:lnTo>
                  <a:cubicBezTo>
                    <a:pt x="51037" y="1591436"/>
                    <a:pt x="55990" y="1581277"/>
                    <a:pt x="55736" y="1570609"/>
                  </a:cubicBezTo>
                  <a:lnTo>
                    <a:pt x="54466" y="1514221"/>
                  </a:lnTo>
                  <a:cubicBezTo>
                    <a:pt x="53704" y="1478534"/>
                    <a:pt x="60308" y="1403858"/>
                    <a:pt x="67547" y="1368933"/>
                  </a:cubicBezTo>
                  <a:lnTo>
                    <a:pt x="80755" y="1304162"/>
                  </a:lnTo>
                  <a:cubicBezTo>
                    <a:pt x="87359" y="1271778"/>
                    <a:pt x="108695" y="1209928"/>
                    <a:pt x="123554" y="1180337"/>
                  </a:cubicBezTo>
                  <a:lnTo>
                    <a:pt x="191626" y="1044066"/>
                  </a:lnTo>
                  <a:cubicBezTo>
                    <a:pt x="211184" y="1004951"/>
                    <a:pt x="259444" y="933831"/>
                    <a:pt x="288527" y="901319"/>
                  </a:cubicBezTo>
                  <a:lnTo>
                    <a:pt x="317483" y="868934"/>
                  </a:lnTo>
                  <a:cubicBezTo>
                    <a:pt x="331072" y="853821"/>
                    <a:pt x="364727" y="822198"/>
                    <a:pt x="380602" y="809498"/>
                  </a:cubicBezTo>
                  <a:lnTo>
                    <a:pt x="419718" y="778637"/>
                  </a:lnTo>
                  <a:cubicBezTo>
                    <a:pt x="437879" y="764286"/>
                    <a:pt x="482329" y="734695"/>
                    <a:pt x="502649" y="723519"/>
                  </a:cubicBezTo>
                  <a:lnTo>
                    <a:pt x="545575" y="699770"/>
                  </a:lnTo>
                  <a:cubicBezTo>
                    <a:pt x="565768" y="688594"/>
                    <a:pt x="613139" y="667766"/>
                    <a:pt x="634983" y="660273"/>
                  </a:cubicBezTo>
                  <a:lnTo>
                    <a:pt x="683243" y="644144"/>
                  </a:lnTo>
                  <a:cubicBezTo>
                    <a:pt x="705468" y="636651"/>
                    <a:pt x="758554" y="623443"/>
                    <a:pt x="781668" y="619506"/>
                  </a:cubicBezTo>
                  <a:lnTo>
                    <a:pt x="807703" y="615188"/>
                  </a:lnTo>
                  <a:cubicBezTo>
                    <a:pt x="819768" y="613156"/>
                    <a:pt x="847835" y="610743"/>
                    <a:pt x="860027" y="610743"/>
                  </a:cubicBezTo>
                  <a:lnTo>
                    <a:pt x="898000" y="610743"/>
                  </a:lnTo>
                  <a:cubicBezTo>
                    <a:pt x="898127" y="610743"/>
                    <a:pt x="898381" y="610743"/>
                    <a:pt x="898508" y="610743"/>
                  </a:cubicBezTo>
                  <a:cubicBezTo>
                    <a:pt x="916034" y="610743"/>
                    <a:pt x="956420" y="613664"/>
                    <a:pt x="973311" y="615950"/>
                  </a:cubicBezTo>
                  <a:lnTo>
                    <a:pt x="1014205" y="621665"/>
                  </a:lnTo>
                  <a:cubicBezTo>
                    <a:pt x="1032747" y="624332"/>
                    <a:pt x="1076562" y="633730"/>
                    <a:pt x="1094596" y="638937"/>
                  </a:cubicBezTo>
                  <a:lnTo>
                    <a:pt x="1115678" y="645033"/>
                  </a:lnTo>
                  <a:cubicBezTo>
                    <a:pt x="1125584" y="647954"/>
                    <a:pt x="1147174" y="656336"/>
                    <a:pt x="1156318" y="660908"/>
                  </a:cubicBezTo>
                  <a:lnTo>
                    <a:pt x="1211182" y="688340"/>
                  </a:lnTo>
                  <a:cubicBezTo>
                    <a:pt x="1237090" y="701294"/>
                    <a:pt x="1291827" y="735330"/>
                    <a:pt x="1314941" y="752856"/>
                  </a:cubicBezTo>
                  <a:lnTo>
                    <a:pt x="1339833" y="771779"/>
                  </a:lnTo>
                  <a:cubicBezTo>
                    <a:pt x="1351263" y="780415"/>
                    <a:pt x="1376409" y="802894"/>
                    <a:pt x="1386442" y="813181"/>
                  </a:cubicBezTo>
                  <a:lnTo>
                    <a:pt x="1423272" y="851281"/>
                  </a:lnTo>
                  <a:cubicBezTo>
                    <a:pt x="1440925" y="869569"/>
                    <a:pt x="1474834" y="912876"/>
                    <a:pt x="1488423" y="934212"/>
                  </a:cubicBezTo>
                  <a:lnTo>
                    <a:pt x="1531984" y="1002791"/>
                  </a:lnTo>
                  <a:cubicBezTo>
                    <a:pt x="1542398" y="1019174"/>
                    <a:pt x="1565639" y="1061211"/>
                    <a:pt x="1573894" y="1078737"/>
                  </a:cubicBezTo>
                  <a:lnTo>
                    <a:pt x="1583292" y="1098422"/>
                  </a:lnTo>
                  <a:cubicBezTo>
                    <a:pt x="1587483" y="1107185"/>
                    <a:pt x="1596373" y="1129410"/>
                    <a:pt x="1599421" y="1138681"/>
                  </a:cubicBezTo>
                  <a:lnTo>
                    <a:pt x="1651364" y="1295146"/>
                  </a:lnTo>
                  <a:cubicBezTo>
                    <a:pt x="1653142" y="1300606"/>
                    <a:pt x="1651872" y="1306576"/>
                    <a:pt x="1647808" y="1310640"/>
                  </a:cubicBezTo>
                  <a:cubicBezTo>
                    <a:pt x="1644760" y="1313687"/>
                    <a:pt x="1640823" y="1315466"/>
                    <a:pt x="1636632" y="1315466"/>
                  </a:cubicBezTo>
                  <a:cubicBezTo>
                    <a:pt x="1635235" y="1315466"/>
                    <a:pt x="1633838" y="1315339"/>
                    <a:pt x="1632441" y="1314830"/>
                  </a:cubicBezTo>
                  <a:lnTo>
                    <a:pt x="1551415" y="1291971"/>
                  </a:lnTo>
                  <a:cubicBezTo>
                    <a:pt x="1528555" y="1285493"/>
                    <a:pt x="1478136" y="1276858"/>
                    <a:pt x="1454387" y="1275206"/>
                  </a:cubicBezTo>
                  <a:lnTo>
                    <a:pt x="1426574" y="1273302"/>
                  </a:lnTo>
                  <a:cubicBezTo>
                    <a:pt x="1425050" y="1273174"/>
                    <a:pt x="1423526" y="1273174"/>
                    <a:pt x="1421875" y="1273174"/>
                  </a:cubicBezTo>
                  <a:cubicBezTo>
                    <a:pt x="1410191" y="1273174"/>
                    <a:pt x="1394443" y="1275460"/>
                    <a:pt x="1384664" y="1278762"/>
                  </a:cubicBezTo>
                  <a:lnTo>
                    <a:pt x="1374377" y="1282191"/>
                  </a:lnTo>
                  <a:cubicBezTo>
                    <a:pt x="1368408" y="1284223"/>
                    <a:pt x="1361296" y="1288922"/>
                    <a:pt x="1357105" y="1293748"/>
                  </a:cubicBezTo>
                  <a:lnTo>
                    <a:pt x="1350374" y="1301622"/>
                  </a:lnTo>
                  <a:cubicBezTo>
                    <a:pt x="1346183" y="1306576"/>
                    <a:pt x="1344659" y="1313179"/>
                    <a:pt x="1346056" y="1319529"/>
                  </a:cubicBezTo>
                  <a:lnTo>
                    <a:pt x="1352152" y="1343659"/>
                  </a:lnTo>
                  <a:cubicBezTo>
                    <a:pt x="1357105" y="1363598"/>
                    <a:pt x="1370694" y="1388491"/>
                    <a:pt x="1384664" y="1403222"/>
                  </a:cubicBezTo>
                  <a:lnTo>
                    <a:pt x="1403206" y="1422780"/>
                  </a:lnTo>
                  <a:cubicBezTo>
                    <a:pt x="1412096" y="1432052"/>
                    <a:pt x="1433305" y="1450593"/>
                    <a:pt x="1443846" y="1458086"/>
                  </a:cubicBezTo>
                  <a:lnTo>
                    <a:pt x="1473691" y="1479168"/>
                  </a:lnTo>
                  <a:cubicBezTo>
                    <a:pt x="1486518" y="1488312"/>
                    <a:pt x="1521316" y="1510918"/>
                    <a:pt x="1534905" y="1519047"/>
                  </a:cubicBezTo>
                  <a:lnTo>
                    <a:pt x="2016235" y="1806193"/>
                  </a:lnTo>
                  <a:cubicBezTo>
                    <a:pt x="2020045" y="1808479"/>
                    <a:pt x="2024236" y="1809495"/>
                    <a:pt x="2028300" y="1809495"/>
                  </a:cubicBezTo>
                  <a:cubicBezTo>
                    <a:pt x="2035539" y="1809495"/>
                    <a:pt x="2042651" y="1806193"/>
                    <a:pt x="2047223" y="1799970"/>
                  </a:cubicBezTo>
                  <a:lnTo>
                    <a:pt x="2059923" y="1782952"/>
                  </a:lnTo>
                  <a:cubicBezTo>
                    <a:pt x="2071988" y="1766950"/>
                    <a:pt x="2095610" y="1728596"/>
                    <a:pt x="2104627" y="1710562"/>
                  </a:cubicBezTo>
                  <a:lnTo>
                    <a:pt x="2115676" y="1688591"/>
                  </a:lnTo>
                  <a:cubicBezTo>
                    <a:pt x="2120375" y="1679066"/>
                    <a:pt x="2131805" y="1653793"/>
                    <a:pt x="2135742" y="1644014"/>
                  </a:cubicBezTo>
                  <a:lnTo>
                    <a:pt x="2198988" y="1487042"/>
                  </a:lnTo>
                  <a:cubicBezTo>
                    <a:pt x="2214101" y="1449323"/>
                    <a:pt x="2244835" y="1356105"/>
                    <a:pt x="2254868" y="1316609"/>
                  </a:cubicBezTo>
                  <a:lnTo>
                    <a:pt x="2266044" y="1273047"/>
                  </a:lnTo>
                  <a:cubicBezTo>
                    <a:pt x="2271505" y="1252092"/>
                    <a:pt x="2278109" y="1206372"/>
                    <a:pt x="2278871" y="1184655"/>
                  </a:cubicBezTo>
                  <a:lnTo>
                    <a:pt x="2279760" y="1161034"/>
                  </a:lnTo>
                  <a:cubicBezTo>
                    <a:pt x="2280141" y="1149603"/>
                    <a:pt x="2278490" y="1125473"/>
                    <a:pt x="2276458" y="1114171"/>
                  </a:cubicBezTo>
                  <a:lnTo>
                    <a:pt x="2271759" y="1088262"/>
                  </a:lnTo>
                  <a:cubicBezTo>
                    <a:pt x="2269473" y="1075435"/>
                    <a:pt x="2261599" y="1050543"/>
                    <a:pt x="2256011" y="1038605"/>
                  </a:cubicBezTo>
                  <a:cubicBezTo>
                    <a:pt x="2256138" y="1038733"/>
                    <a:pt x="2256265" y="1038733"/>
                    <a:pt x="2256265" y="1038733"/>
                  </a:cubicBezTo>
                  <a:lnTo>
                    <a:pt x="2213339" y="947420"/>
                  </a:lnTo>
                  <a:cubicBezTo>
                    <a:pt x="2211180" y="942721"/>
                    <a:pt x="2206354" y="939673"/>
                    <a:pt x="2201147" y="939673"/>
                  </a:cubicBezTo>
                  <a:cubicBezTo>
                    <a:pt x="2195940" y="939673"/>
                    <a:pt x="2191114" y="942721"/>
                    <a:pt x="2189082" y="947420"/>
                  </a:cubicBezTo>
                  <a:lnTo>
                    <a:pt x="2171175" y="985774"/>
                  </a:lnTo>
                  <a:lnTo>
                    <a:pt x="1893299" y="812927"/>
                  </a:lnTo>
                  <a:cubicBezTo>
                    <a:pt x="1891140" y="809498"/>
                    <a:pt x="1889108" y="806577"/>
                    <a:pt x="1887457" y="804291"/>
                  </a:cubicBezTo>
                  <a:lnTo>
                    <a:pt x="1854437" y="757936"/>
                  </a:lnTo>
                  <a:cubicBezTo>
                    <a:pt x="1839578" y="736981"/>
                    <a:pt x="1800208" y="688721"/>
                    <a:pt x="1782682" y="669798"/>
                  </a:cubicBezTo>
                  <a:lnTo>
                    <a:pt x="1757790" y="642874"/>
                  </a:lnTo>
                  <a:cubicBezTo>
                    <a:pt x="1746614" y="630809"/>
                    <a:pt x="1717404" y="603123"/>
                    <a:pt x="1704831" y="592582"/>
                  </a:cubicBezTo>
                  <a:lnTo>
                    <a:pt x="1667874" y="561721"/>
                  </a:lnTo>
                  <a:cubicBezTo>
                    <a:pt x="1650221" y="546989"/>
                    <a:pt x="1608692" y="518922"/>
                    <a:pt x="1588499" y="508000"/>
                  </a:cubicBezTo>
                  <a:lnTo>
                    <a:pt x="1441941" y="428752"/>
                  </a:lnTo>
                  <a:cubicBezTo>
                    <a:pt x="1424923" y="419608"/>
                    <a:pt x="1407016" y="412115"/>
                    <a:pt x="1388601" y="406400"/>
                  </a:cubicBezTo>
                  <a:lnTo>
                    <a:pt x="1349866" y="394589"/>
                  </a:lnTo>
                  <a:cubicBezTo>
                    <a:pt x="1319259" y="385191"/>
                    <a:pt x="1246361" y="368935"/>
                    <a:pt x="1214611" y="364490"/>
                  </a:cubicBezTo>
                  <a:lnTo>
                    <a:pt x="1165716" y="357505"/>
                  </a:lnTo>
                  <a:cubicBezTo>
                    <a:pt x="1163938" y="357251"/>
                    <a:pt x="1162033" y="356997"/>
                    <a:pt x="1159874" y="356743"/>
                  </a:cubicBezTo>
                  <a:lnTo>
                    <a:pt x="585961" y="0"/>
                  </a:lnTo>
                  <a:close/>
                </a:path>
              </a:pathLst>
            </a:custGeom>
            <a:solidFill>
              <a:srgbClr val="000000"/>
            </a:solidFill>
          </p:spPr>
        </p:sp>
        <p:sp>
          <p:nvSpPr>
            <p:cNvPr name="Freeform 76" id="76"/>
            <p:cNvSpPr/>
            <p:nvPr/>
          </p:nvSpPr>
          <p:spPr>
            <a:xfrm flipH="false" flipV="false" rot="0">
              <a:off x="701421" y="63500"/>
              <a:ext cx="7570343" cy="5733030"/>
            </a:xfrm>
            <a:custGeom>
              <a:avLst/>
              <a:gdLst/>
              <a:ahLst/>
              <a:cxnLst/>
              <a:rect r="r" b="b" t="t" l="l"/>
              <a:pathLst>
                <a:path h="5733030" w="7570343">
                  <a:moveTo>
                    <a:pt x="0" y="0"/>
                  </a:moveTo>
                  <a:lnTo>
                    <a:pt x="0" y="5733030"/>
                  </a:lnTo>
                  <a:lnTo>
                    <a:pt x="7570343" y="5733030"/>
                  </a:lnTo>
                  <a:lnTo>
                    <a:pt x="7570343" y="0"/>
                  </a:lnTo>
                  <a:close/>
                </a:path>
              </a:pathLst>
            </a:custGeom>
            <a:solidFill>
              <a:srgbClr val="000000">
                <a:alpha val="0"/>
              </a:srgbClr>
            </a:solidFill>
          </p:spPr>
        </p:sp>
        <p:sp>
          <p:nvSpPr>
            <p:cNvPr name="Freeform 77" id="77"/>
            <p:cNvSpPr/>
            <p:nvPr/>
          </p:nvSpPr>
          <p:spPr>
            <a:xfrm flipH="false" flipV="false" rot="0">
              <a:off x="63500" y="4037327"/>
              <a:ext cx="2663063" cy="2473069"/>
            </a:xfrm>
            <a:custGeom>
              <a:avLst/>
              <a:gdLst/>
              <a:ahLst/>
              <a:cxnLst/>
              <a:rect r="r" b="b" t="t" l="l"/>
              <a:pathLst>
                <a:path h="2473069" w="2663063">
                  <a:moveTo>
                    <a:pt x="0" y="2473069"/>
                  </a:moveTo>
                  <a:lnTo>
                    <a:pt x="2663063" y="2473069"/>
                  </a:lnTo>
                  <a:lnTo>
                    <a:pt x="2663063" y="0"/>
                  </a:lnTo>
                  <a:lnTo>
                    <a:pt x="0" y="0"/>
                  </a:lnTo>
                  <a:close/>
                </a:path>
              </a:pathLst>
            </a:custGeom>
            <a:solidFill>
              <a:srgbClr val="000000">
                <a:alpha val="0"/>
              </a:srgbClr>
            </a:solidFill>
          </p:spPr>
        </p:sp>
        <p:sp>
          <p:nvSpPr>
            <p:cNvPr name="Freeform 78" id="78"/>
            <p:cNvSpPr/>
            <p:nvPr/>
          </p:nvSpPr>
          <p:spPr>
            <a:xfrm flipH="false" flipV="false" rot="0">
              <a:off x="3931412" y="6570721"/>
              <a:ext cx="4340352" cy="2986022"/>
            </a:xfrm>
            <a:custGeom>
              <a:avLst/>
              <a:gdLst/>
              <a:ahLst/>
              <a:cxnLst/>
              <a:rect r="r" b="b" t="t" l="l"/>
              <a:pathLst>
                <a:path h="2986022" w="4340352">
                  <a:moveTo>
                    <a:pt x="0" y="0"/>
                  </a:moveTo>
                  <a:lnTo>
                    <a:pt x="0" y="2986023"/>
                  </a:lnTo>
                  <a:lnTo>
                    <a:pt x="4340352" y="2986023"/>
                  </a:lnTo>
                  <a:lnTo>
                    <a:pt x="4340352" y="0"/>
                  </a:lnTo>
                  <a:close/>
                </a:path>
              </a:pathLst>
            </a:custGeom>
            <a:solidFill>
              <a:srgbClr val="000000">
                <a:alpha val="0"/>
              </a:srgbClr>
            </a:solidFill>
          </p:spPr>
        </p:sp>
      </p:grpSp>
      <p:sp>
        <p:nvSpPr>
          <p:cNvPr name="TextBox 79" id="79"/>
          <p:cNvSpPr txBox="true"/>
          <p:nvPr/>
        </p:nvSpPr>
        <p:spPr>
          <a:xfrm rot="0">
            <a:off x="7013877" y="82639"/>
            <a:ext cx="3462766" cy="897217"/>
          </a:xfrm>
          <a:prstGeom prst="rect">
            <a:avLst/>
          </a:prstGeom>
        </p:spPr>
        <p:txBody>
          <a:bodyPr anchor="t" rtlCol="false" tIns="0" lIns="0" bIns="0" rIns="0">
            <a:spAutoFit/>
          </a:bodyPr>
          <a:lstStyle/>
          <a:p>
            <a:pPr algn="l">
              <a:lnSpc>
                <a:spcPts val="7279"/>
              </a:lnSpc>
            </a:pPr>
            <a:r>
              <a:rPr lang="en-US" b="true" sz="5199">
                <a:solidFill>
                  <a:srgbClr val="1F305D"/>
                </a:solidFill>
                <a:latin typeface="Aileron Bold"/>
                <a:ea typeface="Aileron Bold"/>
                <a:cs typeface="Aileron Bold"/>
                <a:sym typeface="Aileron Bold"/>
              </a:rPr>
              <a:t>Tech stack</a:t>
            </a:r>
          </a:p>
        </p:txBody>
      </p:sp>
      <p:sp>
        <p:nvSpPr>
          <p:cNvPr name="TextBox 80" id="80"/>
          <p:cNvSpPr txBox="true"/>
          <p:nvPr/>
        </p:nvSpPr>
        <p:spPr>
          <a:xfrm rot="0">
            <a:off x="2976839" y="4148680"/>
            <a:ext cx="2027501" cy="504015"/>
          </a:xfrm>
          <a:prstGeom prst="rect">
            <a:avLst/>
          </a:prstGeom>
        </p:spPr>
        <p:txBody>
          <a:bodyPr anchor="t" rtlCol="false" tIns="0" lIns="0" bIns="0" rIns="0">
            <a:spAutoFit/>
          </a:bodyPr>
          <a:lstStyle/>
          <a:p>
            <a:pPr algn="l">
              <a:lnSpc>
                <a:spcPts val="4007"/>
              </a:lnSpc>
            </a:pPr>
            <a:r>
              <a:rPr lang="en-US" b="true" sz="2862">
                <a:solidFill>
                  <a:srgbClr val="000000"/>
                </a:solidFill>
                <a:latin typeface="Times New Roman Bold"/>
                <a:ea typeface="Times New Roman Bold"/>
                <a:cs typeface="Times New Roman Bold"/>
                <a:sym typeface="Times New Roman Bold"/>
              </a:rPr>
              <a:t>Jumper wire</a:t>
            </a:r>
          </a:p>
        </p:txBody>
      </p:sp>
      <p:sp>
        <p:nvSpPr>
          <p:cNvPr name="TextBox 81" id="81"/>
          <p:cNvSpPr txBox="true"/>
          <p:nvPr/>
        </p:nvSpPr>
        <p:spPr>
          <a:xfrm rot="0">
            <a:off x="5654640" y="4148680"/>
            <a:ext cx="1667399" cy="504015"/>
          </a:xfrm>
          <a:prstGeom prst="rect">
            <a:avLst/>
          </a:prstGeom>
        </p:spPr>
        <p:txBody>
          <a:bodyPr anchor="t" rtlCol="false" tIns="0" lIns="0" bIns="0" rIns="0">
            <a:spAutoFit/>
          </a:bodyPr>
          <a:lstStyle/>
          <a:p>
            <a:pPr algn="l">
              <a:lnSpc>
                <a:spcPts val="4007"/>
              </a:lnSpc>
            </a:pPr>
            <a:r>
              <a:rPr lang="en-US" b="true" sz="2862">
                <a:solidFill>
                  <a:srgbClr val="000000"/>
                </a:solidFill>
                <a:latin typeface="Times New Roman Bold"/>
                <a:ea typeface="Times New Roman Bold"/>
                <a:cs typeface="Times New Roman Bold"/>
                <a:sym typeface="Times New Roman Bold"/>
              </a:rPr>
              <a:t>Resistance</a:t>
            </a:r>
          </a:p>
        </p:txBody>
      </p:sp>
      <p:sp>
        <p:nvSpPr>
          <p:cNvPr name="TextBox 82" id="82"/>
          <p:cNvSpPr txBox="true"/>
          <p:nvPr/>
        </p:nvSpPr>
        <p:spPr>
          <a:xfrm rot="0">
            <a:off x="7867088" y="4148680"/>
            <a:ext cx="1862471" cy="504015"/>
          </a:xfrm>
          <a:prstGeom prst="rect">
            <a:avLst/>
          </a:prstGeom>
        </p:spPr>
        <p:txBody>
          <a:bodyPr anchor="t" rtlCol="false" tIns="0" lIns="0" bIns="0" rIns="0">
            <a:spAutoFit/>
          </a:bodyPr>
          <a:lstStyle/>
          <a:p>
            <a:pPr algn="l">
              <a:lnSpc>
                <a:spcPts val="4007"/>
              </a:lnSpc>
            </a:pPr>
            <a:r>
              <a:rPr lang="en-US" b="true" sz="2862">
                <a:solidFill>
                  <a:srgbClr val="000000"/>
                </a:solidFill>
                <a:latin typeface="Times New Roman Bold"/>
                <a:ea typeface="Times New Roman Bold"/>
                <a:cs typeface="Times New Roman Bold"/>
                <a:sym typeface="Times New Roman Bold"/>
              </a:rPr>
              <a:t>Gear motor</a:t>
            </a:r>
          </a:p>
        </p:txBody>
      </p:sp>
      <p:sp>
        <p:nvSpPr>
          <p:cNvPr name="TextBox 83" id="83"/>
          <p:cNvSpPr txBox="true"/>
          <p:nvPr/>
        </p:nvSpPr>
        <p:spPr>
          <a:xfrm rot="0">
            <a:off x="10080431" y="4168769"/>
            <a:ext cx="2000707" cy="504015"/>
          </a:xfrm>
          <a:prstGeom prst="rect">
            <a:avLst/>
          </a:prstGeom>
        </p:spPr>
        <p:txBody>
          <a:bodyPr anchor="t" rtlCol="false" tIns="0" lIns="0" bIns="0" rIns="0">
            <a:spAutoFit/>
          </a:bodyPr>
          <a:lstStyle/>
          <a:p>
            <a:pPr algn="l">
              <a:lnSpc>
                <a:spcPts val="4007"/>
              </a:lnSpc>
            </a:pPr>
            <a:r>
              <a:rPr lang="en-US" b="true" sz="2862">
                <a:solidFill>
                  <a:srgbClr val="000000"/>
                </a:solidFill>
                <a:latin typeface="Times New Roman Bold"/>
                <a:ea typeface="Times New Roman Bold"/>
                <a:cs typeface="Times New Roman Bold"/>
                <a:sym typeface="Times New Roman Bold"/>
              </a:rPr>
              <a:t>Wifi Module</a:t>
            </a:r>
          </a:p>
        </p:txBody>
      </p:sp>
      <p:sp>
        <p:nvSpPr>
          <p:cNvPr name="TextBox 84" id="84"/>
          <p:cNvSpPr txBox="true"/>
          <p:nvPr/>
        </p:nvSpPr>
        <p:spPr>
          <a:xfrm rot="0">
            <a:off x="13023942" y="4174817"/>
            <a:ext cx="2086927" cy="504968"/>
          </a:xfrm>
          <a:prstGeom prst="rect">
            <a:avLst/>
          </a:prstGeom>
        </p:spPr>
        <p:txBody>
          <a:bodyPr anchor="t" rtlCol="false" tIns="0" lIns="0" bIns="0" rIns="0">
            <a:spAutoFit/>
          </a:bodyPr>
          <a:lstStyle/>
          <a:p>
            <a:pPr algn="l">
              <a:lnSpc>
                <a:spcPts val="4016"/>
              </a:lnSpc>
            </a:pPr>
            <a:r>
              <a:rPr lang="en-US" b="true" sz="2868">
                <a:solidFill>
                  <a:srgbClr val="000000"/>
                </a:solidFill>
                <a:latin typeface="Times New Roman Bold"/>
                <a:ea typeface="Times New Roman Bold"/>
                <a:cs typeface="Times New Roman Bold"/>
                <a:sym typeface="Times New Roman Bold"/>
              </a:rPr>
              <a:t>Motor driver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551" y="-63503"/>
            <a:ext cx="7553392" cy="8977274"/>
          </a:xfrm>
          <a:custGeom>
            <a:avLst/>
            <a:gdLst/>
            <a:ahLst/>
            <a:cxnLst/>
            <a:rect r="r" b="b" t="t" l="l"/>
            <a:pathLst>
              <a:path h="8977274" w="7553392">
                <a:moveTo>
                  <a:pt x="0" y="0"/>
                </a:moveTo>
                <a:lnTo>
                  <a:pt x="7553391" y="0"/>
                </a:lnTo>
                <a:lnTo>
                  <a:pt x="7553391" y="8977274"/>
                </a:lnTo>
                <a:lnTo>
                  <a:pt x="0" y="89772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141875" y="5882497"/>
            <a:ext cx="1002087" cy="1003049"/>
            <a:chOff x="0" y="0"/>
            <a:chExt cx="1002094" cy="1003046"/>
          </a:xfrm>
        </p:grpSpPr>
        <p:sp>
          <p:nvSpPr>
            <p:cNvPr name="Freeform 4" id="4"/>
            <p:cNvSpPr/>
            <p:nvPr/>
          </p:nvSpPr>
          <p:spPr>
            <a:xfrm flipH="false" flipV="false" rot="0">
              <a:off x="0" y="0"/>
              <a:ext cx="999365" cy="1003041"/>
            </a:xfrm>
            <a:custGeom>
              <a:avLst/>
              <a:gdLst/>
              <a:ahLst/>
              <a:cxnLst/>
              <a:rect r="r" b="b" t="t" l="l"/>
              <a:pathLst>
                <a:path h="1003041" w="999365">
                  <a:moveTo>
                    <a:pt x="759081" y="80137"/>
                  </a:moveTo>
                  <a:cubicBezTo>
                    <a:pt x="848870" y="80137"/>
                    <a:pt x="922022" y="153415"/>
                    <a:pt x="922022" y="243331"/>
                  </a:cubicBezTo>
                  <a:lnTo>
                    <a:pt x="922022" y="759837"/>
                  </a:lnTo>
                  <a:cubicBezTo>
                    <a:pt x="922022" y="849752"/>
                    <a:pt x="848870" y="923031"/>
                    <a:pt x="759081" y="923031"/>
                  </a:cubicBezTo>
                  <a:lnTo>
                    <a:pt x="243078" y="923031"/>
                  </a:lnTo>
                  <a:cubicBezTo>
                    <a:pt x="153289" y="922904"/>
                    <a:pt x="80010" y="849625"/>
                    <a:pt x="80010" y="759837"/>
                  </a:cubicBezTo>
                  <a:lnTo>
                    <a:pt x="80010" y="243204"/>
                  </a:lnTo>
                  <a:cubicBezTo>
                    <a:pt x="80010" y="153288"/>
                    <a:pt x="153162" y="80010"/>
                    <a:pt x="242951" y="80010"/>
                  </a:cubicBezTo>
                  <a:close/>
                  <a:moveTo>
                    <a:pt x="243078" y="0"/>
                  </a:moveTo>
                  <a:cubicBezTo>
                    <a:pt x="108966" y="0"/>
                    <a:pt x="0" y="109092"/>
                    <a:pt x="0" y="243204"/>
                  </a:cubicBezTo>
                  <a:lnTo>
                    <a:pt x="0" y="759837"/>
                  </a:lnTo>
                  <a:cubicBezTo>
                    <a:pt x="0" y="893948"/>
                    <a:pt x="108966" y="1003041"/>
                    <a:pt x="243078" y="1003041"/>
                  </a:cubicBezTo>
                  <a:lnTo>
                    <a:pt x="759081" y="1003041"/>
                  </a:lnTo>
                  <a:cubicBezTo>
                    <a:pt x="880874" y="1003041"/>
                    <a:pt x="981966" y="912998"/>
                    <a:pt x="999365" y="795905"/>
                  </a:cubicBezTo>
                  <a:lnTo>
                    <a:pt x="999365" y="207136"/>
                  </a:lnTo>
                  <a:cubicBezTo>
                    <a:pt x="981966" y="90043"/>
                    <a:pt x="880874" y="0"/>
                    <a:pt x="759081" y="0"/>
                  </a:cubicBezTo>
                  <a:close/>
                </a:path>
              </a:pathLst>
            </a:custGeom>
            <a:solidFill>
              <a:srgbClr val="9CADD4"/>
            </a:solidFill>
          </p:spPr>
        </p:sp>
      </p:grpSp>
      <p:grpSp>
        <p:nvGrpSpPr>
          <p:cNvPr name="Group 5" id="5"/>
          <p:cNvGrpSpPr/>
          <p:nvPr/>
        </p:nvGrpSpPr>
        <p:grpSpPr>
          <a:xfrm rot="0">
            <a:off x="9144000" y="3313500"/>
            <a:ext cx="1002087" cy="1003049"/>
            <a:chOff x="0" y="0"/>
            <a:chExt cx="1002094" cy="1003046"/>
          </a:xfrm>
        </p:grpSpPr>
        <p:sp>
          <p:nvSpPr>
            <p:cNvPr name="Freeform 6" id="6"/>
            <p:cNvSpPr/>
            <p:nvPr/>
          </p:nvSpPr>
          <p:spPr>
            <a:xfrm flipH="false" flipV="false" rot="0">
              <a:off x="0" y="0"/>
              <a:ext cx="1002159" cy="1003041"/>
            </a:xfrm>
            <a:custGeom>
              <a:avLst/>
              <a:gdLst/>
              <a:ahLst/>
              <a:cxnLst/>
              <a:rect r="r" b="b" t="t" l="l"/>
              <a:pathLst>
                <a:path h="1003041" w="1002159">
                  <a:moveTo>
                    <a:pt x="759081" y="0"/>
                  </a:moveTo>
                  <a:lnTo>
                    <a:pt x="243078" y="0"/>
                  </a:lnTo>
                  <a:cubicBezTo>
                    <a:pt x="108966" y="0"/>
                    <a:pt x="0" y="109092"/>
                    <a:pt x="0" y="243204"/>
                  </a:cubicBezTo>
                  <a:lnTo>
                    <a:pt x="0" y="759837"/>
                  </a:lnTo>
                  <a:cubicBezTo>
                    <a:pt x="0" y="893948"/>
                    <a:pt x="108966" y="1003041"/>
                    <a:pt x="243078" y="1003041"/>
                  </a:cubicBezTo>
                  <a:lnTo>
                    <a:pt x="759081" y="1003041"/>
                  </a:lnTo>
                  <a:cubicBezTo>
                    <a:pt x="893066" y="1003041"/>
                    <a:pt x="1002159" y="893948"/>
                    <a:pt x="1002159" y="759837"/>
                  </a:cubicBezTo>
                  <a:lnTo>
                    <a:pt x="1002159" y="243204"/>
                  </a:lnTo>
                  <a:cubicBezTo>
                    <a:pt x="1002032" y="109092"/>
                    <a:pt x="893066" y="0"/>
                    <a:pt x="759081" y="0"/>
                  </a:cubicBezTo>
                  <a:close/>
                  <a:moveTo>
                    <a:pt x="243078" y="922904"/>
                  </a:moveTo>
                  <a:cubicBezTo>
                    <a:pt x="153289" y="922904"/>
                    <a:pt x="80010" y="849625"/>
                    <a:pt x="80010" y="759837"/>
                  </a:cubicBezTo>
                  <a:lnTo>
                    <a:pt x="80010" y="243204"/>
                  </a:lnTo>
                  <a:cubicBezTo>
                    <a:pt x="80010" y="153288"/>
                    <a:pt x="153162" y="80010"/>
                    <a:pt x="242951" y="80010"/>
                  </a:cubicBezTo>
                  <a:lnTo>
                    <a:pt x="759081" y="80010"/>
                  </a:lnTo>
                  <a:cubicBezTo>
                    <a:pt x="848870" y="80010"/>
                    <a:pt x="922022" y="153288"/>
                    <a:pt x="922022" y="243204"/>
                  </a:cubicBezTo>
                  <a:lnTo>
                    <a:pt x="922022" y="759837"/>
                  </a:lnTo>
                  <a:cubicBezTo>
                    <a:pt x="922022" y="849752"/>
                    <a:pt x="848870" y="923031"/>
                    <a:pt x="759081" y="923031"/>
                  </a:cubicBezTo>
                  <a:lnTo>
                    <a:pt x="243078" y="923031"/>
                  </a:lnTo>
                  <a:close/>
                </a:path>
              </a:pathLst>
            </a:custGeom>
            <a:solidFill>
              <a:srgbClr val="9CADD4"/>
            </a:solidFill>
          </p:spPr>
        </p:sp>
      </p:grpSp>
      <p:grpSp>
        <p:nvGrpSpPr>
          <p:cNvPr name="Group 7" id="7"/>
          <p:cNvGrpSpPr/>
          <p:nvPr/>
        </p:nvGrpSpPr>
        <p:grpSpPr>
          <a:xfrm rot="0">
            <a:off x="10864615" y="1350264"/>
            <a:ext cx="1489443" cy="1489386"/>
            <a:chOff x="0" y="0"/>
            <a:chExt cx="1489443" cy="1489380"/>
          </a:xfrm>
        </p:grpSpPr>
        <p:sp>
          <p:nvSpPr>
            <p:cNvPr name="Freeform 8" id="8"/>
            <p:cNvSpPr/>
            <p:nvPr/>
          </p:nvSpPr>
          <p:spPr>
            <a:xfrm flipH="false" flipV="false" rot="0">
              <a:off x="0" y="4953"/>
              <a:ext cx="1489452" cy="1484373"/>
            </a:xfrm>
            <a:custGeom>
              <a:avLst/>
              <a:gdLst/>
              <a:ahLst/>
              <a:cxnLst/>
              <a:rect r="r" b="b" t="t" l="l"/>
              <a:pathLst>
                <a:path h="1484373" w="1489452">
                  <a:moveTo>
                    <a:pt x="1139060" y="73914"/>
                  </a:moveTo>
                  <a:cubicBezTo>
                    <a:pt x="1288031" y="73914"/>
                    <a:pt x="1409189" y="195199"/>
                    <a:pt x="1409189" y="344296"/>
                  </a:cubicBezTo>
                  <a:lnTo>
                    <a:pt x="1409189" y="1133600"/>
                  </a:lnTo>
                  <a:cubicBezTo>
                    <a:pt x="1409189" y="1282825"/>
                    <a:pt x="1288031" y="1403982"/>
                    <a:pt x="1139060" y="1403982"/>
                  </a:cubicBezTo>
                  <a:lnTo>
                    <a:pt x="350392" y="1403982"/>
                  </a:lnTo>
                  <a:cubicBezTo>
                    <a:pt x="201421" y="1403982"/>
                    <a:pt x="80264" y="1282697"/>
                    <a:pt x="80264" y="1133600"/>
                  </a:cubicBezTo>
                  <a:lnTo>
                    <a:pt x="80264" y="344296"/>
                  </a:lnTo>
                  <a:cubicBezTo>
                    <a:pt x="80264" y="195072"/>
                    <a:pt x="201421" y="73914"/>
                    <a:pt x="350392" y="73914"/>
                  </a:cubicBezTo>
                  <a:close/>
                  <a:moveTo>
                    <a:pt x="283590" y="0"/>
                  </a:moveTo>
                  <a:cubicBezTo>
                    <a:pt x="122174" y="31242"/>
                    <a:pt x="0" y="173736"/>
                    <a:pt x="0" y="344296"/>
                  </a:cubicBezTo>
                  <a:lnTo>
                    <a:pt x="0" y="1133600"/>
                  </a:lnTo>
                  <a:cubicBezTo>
                    <a:pt x="0" y="1327020"/>
                    <a:pt x="157226" y="1484373"/>
                    <a:pt x="350392" y="1484373"/>
                  </a:cubicBezTo>
                  <a:lnTo>
                    <a:pt x="1139060" y="1484373"/>
                  </a:lnTo>
                  <a:cubicBezTo>
                    <a:pt x="1332354" y="1484373"/>
                    <a:pt x="1489452" y="1327020"/>
                    <a:pt x="1489452" y="1133600"/>
                  </a:cubicBezTo>
                  <a:lnTo>
                    <a:pt x="1489452" y="344296"/>
                  </a:lnTo>
                  <a:cubicBezTo>
                    <a:pt x="1489198" y="173736"/>
                    <a:pt x="1367152" y="31242"/>
                    <a:pt x="1205862" y="0"/>
                  </a:cubicBezTo>
                  <a:close/>
                </a:path>
              </a:pathLst>
            </a:custGeom>
            <a:solidFill>
              <a:srgbClr val="9CADD4"/>
            </a:solidFill>
          </p:spPr>
        </p:sp>
      </p:grpSp>
      <p:grpSp>
        <p:nvGrpSpPr>
          <p:cNvPr name="Group 9" id="9"/>
          <p:cNvGrpSpPr/>
          <p:nvPr/>
        </p:nvGrpSpPr>
        <p:grpSpPr>
          <a:xfrm rot="0">
            <a:off x="12273763" y="4074881"/>
            <a:ext cx="1002087" cy="1003049"/>
            <a:chOff x="0" y="0"/>
            <a:chExt cx="1002094" cy="1003046"/>
          </a:xfrm>
        </p:grpSpPr>
        <p:sp>
          <p:nvSpPr>
            <p:cNvPr name="Freeform 10" id="10"/>
            <p:cNvSpPr/>
            <p:nvPr/>
          </p:nvSpPr>
          <p:spPr>
            <a:xfrm flipH="false" flipV="false" rot="0">
              <a:off x="0" y="0"/>
              <a:ext cx="1002159" cy="1003041"/>
            </a:xfrm>
            <a:custGeom>
              <a:avLst/>
              <a:gdLst/>
              <a:ahLst/>
              <a:cxnLst/>
              <a:rect r="r" b="b" t="t" l="l"/>
              <a:pathLst>
                <a:path h="1003041" w="1002159">
                  <a:moveTo>
                    <a:pt x="759081" y="0"/>
                  </a:moveTo>
                  <a:lnTo>
                    <a:pt x="243078" y="0"/>
                  </a:lnTo>
                  <a:cubicBezTo>
                    <a:pt x="108966" y="0"/>
                    <a:pt x="0" y="109092"/>
                    <a:pt x="0" y="243204"/>
                  </a:cubicBezTo>
                  <a:lnTo>
                    <a:pt x="0" y="759837"/>
                  </a:lnTo>
                  <a:cubicBezTo>
                    <a:pt x="0" y="893948"/>
                    <a:pt x="108966" y="1003041"/>
                    <a:pt x="243078" y="1003041"/>
                  </a:cubicBezTo>
                  <a:lnTo>
                    <a:pt x="759081" y="1003041"/>
                  </a:lnTo>
                  <a:cubicBezTo>
                    <a:pt x="893066" y="1003041"/>
                    <a:pt x="1002159" y="893948"/>
                    <a:pt x="1002159" y="759837"/>
                  </a:cubicBezTo>
                  <a:lnTo>
                    <a:pt x="1002159" y="243204"/>
                  </a:lnTo>
                  <a:cubicBezTo>
                    <a:pt x="1002032" y="109092"/>
                    <a:pt x="893066" y="0"/>
                    <a:pt x="759081" y="0"/>
                  </a:cubicBezTo>
                  <a:close/>
                  <a:moveTo>
                    <a:pt x="243078" y="922650"/>
                  </a:moveTo>
                  <a:cubicBezTo>
                    <a:pt x="153289" y="922650"/>
                    <a:pt x="80137" y="849371"/>
                    <a:pt x="80137" y="759456"/>
                  </a:cubicBezTo>
                  <a:lnTo>
                    <a:pt x="80137" y="242950"/>
                  </a:lnTo>
                  <a:cubicBezTo>
                    <a:pt x="80137" y="153034"/>
                    <a:pt x="153289" y="79756"/>
                    <a:pt x="243078" y="79756"/>
                  </a:cubicBezTo>
                  <a:lnTo>
                    <a:pt x="759081" y="79756"/>
                  </a:lnTo>
                  <a:cubicBezTo>
                    <a:pt x="848870" y="79756"/>
                    <a:pt x="922022" y="153034"/>
                    <a:pt x="922022" y="242950"/>
                  </a:cubicBezTo>
                  <a:lnTo>
                    <a:pt x="922022" y="759583"/>
                  </a:lnTo>
                  <a:cubicBezTo>
                    <a:pt x="922022" y="849498"/>
                    <a:pt x="848870" y="922777"/>
                    <a:pt x="759081" y="922777"/>
                  </a:cubicBezTo>
                  <a:lnTo>
                    <a:pt x="243078" y="922777"/>
                  </a:lnTo>
                  <a:close/>
                </a:path>
              </a:pathLst>
            </a:custGeom>
            <a:solidFill>
              <a:srgbClr val="9CADD4"/>
            </a:solidFill>
          </p:spPr>
        </p:sp>
      </p:grpSp>
      <p:grpSp>
        <p:nvGrpSpPr>
          <p:cNvPr name="Group 11" id="11"/>
          <p:cNvGrpSpPr/>
          <p:nvPr/>
        </p:nvGrpSpPr>
        <p:grpSpPr>
          <a:xfrm rot="0">
            <a:off x="12327731" y="6530854"/>
            <a:ext cx="1489443" cy="1490605"/>
            <a:chOff x="0" y="0"/>
            <a:chExt cx="1489443" cy="1490612"/>
          </a:xfrm>
        </p:grpSpPr>
        <p:sp>
          <p:nvSpPr>
            <p:cNvPr name="Freeform 12" id="12"/>
            <p:cNvSpPr/>
            <p:nvPr/>
          </p:nvSpPr>
          <p:spPr>
            <a:xfrm flipH="false" flipV="false" rot="0">
              <a:off x="0" y="0"/>
              <a:ext cx="1489453" cy="1490601"/>
            </a:xfrm>
            <a:custGeom>
              <a:avLst/>
              <a:gdLst/>
              <a:ahLst/>
              <a:cxnLst/>
              <a:rect r="r" b="b" t="t" l="l"/>
              <a:pathLst>
                <a:path h="1490601" w="1489453">
                  <a:moveTo>
                    <a:pt x="1139061" y="0"/>
                  </a:moveTo>
                  <a:lnTo>
                    <a:pt x="350392" y="0"/>
                  </a:lnTo>
                  <a:cubicBezTo>
                    <a:pt x="157226" y="0"/>
                    <a:pt x="0" y="157353"/>
                    <a:pt x="0" y="350775"/>
                  </a:cubicBezTo>
                  <a:lnTo>
                    <a:pt x="0" y="1139827"/>
                  </a:lnTo>
                  <a:cubicBezTo>
                    <a:pt x="0" y="1333248"/>
                    <a:pt x="157226" y="1490601"/>
                    <a:pt x="350392" y="1490601"/>
                  </a:cubicBezTo>
                  <a:lnTo>
                    <a:pt x="1139061" y="1490601"/>
                  </a:lnTo>
                  <a:cubicBezTo>
                    <a:pt x="1332354" y="1490601"/>
                    <a:pt x="1489453" y="1333248"/>
                    <a:pt x="1489453" y="1139827"/>
                  </a:cubicBezTo>
                  <a:lnTo>
                    <a:pt x="1489453" y="350521"/>
                  </a:lnTo>
                  <a:cubicBezTo>
                    <a:pt x="1489199" y="157353"/>
                    <a:pt x="1332227" y="0"/>
                    <a:pt x="1139061" y="0"/>
                  </a:cubicBezTo>
                  <a:close/>
                  <a:moveTo>
                    <a:pt x="350392" y="1410464"/>
                  </a:moveTo>
                  <a:cubicBezTo>
                    <a:pt x="201422" y="1410464"/>
                    <a:pt x="80264" y="1289179"/>
                    <a:pt x="80264" y="1140081"/>
                  </a:cubicBezTo>
                  <a:lnTo>
                    <a:pt x="80264" y="350775"/>
                  </a:lnTo>
                  <a:cubicBezTo>
                    <a:pt x="80264" y="201549"/>
                    <a:pt x="201422" y="80391"/>
                    <a:pt x="350392" y="80391"/>
                  </a:cubicBezTo>
                  <a:lnTo>
                    <a:pt x="1139061" y="80391"/>
                  </a:lnTo>
                  <a:cubicBezTo>
                    <a:pt x="1288031" y="80391"/>
                    <a:pt x="1409189" y="201676"/>
                    <a:pt x="1409189" y="350775"/>
                  </a:cubicBezTo>
                  <a:lnTo>
                    <a:pt x="1409189" y="1139827"/>
                  </a:lnTo>
                  <a:cubicBezTo>
                    <a:pt x="1409189" y="1289052"/>
                    <a:pt x="1288031" y="1410210"/>
                    <a:pt x="1139061" y="1410210"/>
                  </a:cubicBezTo>
                  <a:lnTo>
                    <a:pt x="350392" y="1410210"/>
                  </a:lnTo>
                  <a:lnTo>
                    <a:pt x="350392" y="1410464"/>
                  </a:lnTo>
                  <a:close/>
                </a:path>
              </a:pathLst>
            </a:custGeom>
            <a:solidFill>
              <a:srgbClr val="9CADD4"/>
            </a:solidFill>
          </p:spPr>
        </p:sp>
      </p:grpSp>
      <p:grpSp>
        <p:nvGrpSpPr>
          <p:cNvPr name="Group 13" id="13"/>
          <p:cNvGrpSpPr/>
          <p:nvPr/>
        </p:nvGrpSpPr>
        <p:grpSpPr>
          <a:xfrm rot="0">
            <a:off x="14711277" y="6537636"/>
            <a:ext cx="421186" cy="421176"/>
            <a:chOff x="0" y="0"/>
            <a:chExt cx="421183" cy="421170"/>
          </a:xfrm>
        </p:grpSpPr>
        <p:sp>
          <p:nvSpPr>
            <p:cNvPr name="Freeform 14" id="14"/>
            <p:cNvSpPr/>
            <p:nvPr/>
          </p:nvSpPr>
          <p:spPr>
            <a:xfrm flipH="false" flipV="false" rot="0">
              <a:off x="0" y="0"/>
              <a:ext cx="421133" cy="421126"/>
            </a:xfrm>
            <a:custGeom>
              <a:avLst/>
              <a:gdLst/>
              <a:ahLst/>
              <a:cxnLst/>
              <a:rect r="r" b="b" t="t" l="l"/>
              <a:pathLst>
                <a:path h="421126" w="421133">
                  <a:moveTo>
                    <a:pt x="319025" y="421126"/>
                  </a:moveTo>
                  <a:lnTo>
                    <a:pt x="102108" y="421126"/>
                  </a:lnTo>
                  <a:cubicBezTo>
                    <a:pt x="45847" y="421126"/>
                    <a:pt x="0" y="375407"/>
                    <a:pt x="0" y="319020"/>
                  </a:cubicBezTo>
                  <a:lnTo>
                    <a:pt x="0" y="102107"/>
                  </a:lnTo>
                  <a:cubicBezTo>
                    <a:pt x="0" y="45846"/>
                    <a:pt x="45847" y="0"/>
                    <a:pt x="102108" y="0"/>
                  </a:cubicBezTo>
                  <a:lnTo>
                    <a:pt x="319025" y="0"/>
                  </a:lnTo>
                  <a:cubicBezTo>
                    <a:pt x="375413" y="0"/>
                    <a:pt x="421133" y="45846"/>
                    <a:pt x="421133" y="102107"/>
                  </a:cubicBezTo>
                  <a:lnTo>
                    <a:pt x="421133" y="319020"/>
                  </a:lnTo>
                  <a:cubicBezTo>
                    <a:pt x="421133" y="375407"/>
                    <a:pt x="375286" y="421126"/>
                    <a:pt x="319025" y="421126"/>
                  </a:cubicBezTo>
                  <a:close/>
                  <a:moveTo>
                    <a:pt x="102108" y="33655"/>
                  </a:moveTo>
                  <a:cubicBezTo>
                    <a:pt x="64389" y="33655"/>
                    <a:pt x="33655" y="64388"/>
                    <a:pt x="33655" y="102107"/>
                  </a:cubicBezTo>
                  <a:lnTo>
                    <a:pt x="33655" y="319020"/>
                  </a:lnTo>
                  <a:cubicBezTo>
                    <a:pt x="33655" y="356738"/>
                    <a:pt x="64389" y="387472"/>
                    <a:pt x="102108" y="387472"/>
                  </a:cubicBezTo>
                  <a:lnTo>
                    <a:pt x="319025" y="387472"/>
                  </a:lnTo>
                  <a:cubicBezTo>
                    <a:pt x="356744" y="387472"/>
                    <a:pt x="387478" y="356738"/>
                    <a:pt x="387478" y="319020"/>
                  </a:cubicBezTo>
                  <a:lnTo>
                    <a:pt x="387478" y="102107"/>
                  </a:lnTo>
                  <a:cubicBezTo>
                    <a:pt x="387478" y="64388"/>
                    <a:pt x="356744" y="33655"/>
                    <a:pt x="319025" y="33655"/>
                  </a:cubicBezTo>
                  <a:lnTo>
                    <a:pt x="102108" y="33655"/>
                  </a:lnTo>
                  <a:close/>
                </a:path>
              </a:pathLst>
            </a:custGeom>
            <a:solidFill>
              <a:srgbClr val="9CADD4"/>
            </a:solidFill>
          </p:spPr>
        </p:sp>
      </p:grpSp>
      <p:grpSp>
        <p:nvGrpSpPr>
          <p:cNvPr name="Group 15" id="15"/>
          <p:cNvGrpSpPr/>
          <p:nvPr/>
        </p:nvGrpSpPr>
        <p:grpSpPr>
          <a:xfrm rot="0">
            <a:off x="15434462" y="7157780"/>
            <a:ext cx="626021" cy="625364"/>
            <a:chOff x="0" y="0"/>
            <a:chExt cx="626021" cy="625361"/>
          </a:xfrm>
        </p:grpSpPr>
        <p:sp>
          <p:nvSpPr>
            <p:cNvPr name="Freeform 16" id="16"/>
            <p:cNvSpPr/>
            <p:nvPr/>
          </p:nvSpPr>
          <p:spPr>
            <a:xfrm flipH="false" flipV="false" rot="0">
              <a:off x="0" y="0"/>
              <a:ext cx="625985" cy="625471"/>
            </a:xfrm>
            <a:custGeom>
              <a:avLst/>
              <a:gdLst/>
              <a:ahLst/>
              <a:cxnLst/>
              <a:rect r="r" b="b" t="t" l="l"/>
              <a:pathLst>
                <a:path h="625471" w="625985">
                  <a:moveTo>
                    <a:pt x="478792" y="33782"/>
                  </a:moveTo>
                  <a:cubicBezTo>
                    <a:pt x="541403" y="33782"/>
                    <a:pt x="592330" y="84709"/>
                    <a:pt x="592330" y="147319"/>
                  </a:cubicBezTo>
                  <a:lnTo>
                    <a:pt x="592330" y="478787"/>
                  </a:lnTo>
                  <a:cubicBezTo>
                    <a:pt x="592330" y="541398"/>
                    <a:pt x="541403" y="592325"/>
                    <a:pt x="478792" y="592325"/>
                  </a:cubicBezTo>
                  <a:lnTo>
                    <a:pt x="147320" y="592325"/>
                  </a:lnTo>
                  <a:cubicBezTo>
                    <a:pt x="84709" y="592325"/>
                    <a:pt x="33782" y="541398"/>
                    <a:pt x="33782" y="478787"/>
                  </a:cubicBezTo>
                  <a:lnTo>
                    <a:pt x="33782" y="147319"/>
                  </a:lnTo>
                  <a:cubicBezTo>
                    <a:pt x="33782" y="84709"/>
                    <a:pt x="84709" y="33782"/>
                    <a:pt x="147320" y="33782"/>
                  </a:cubicBezTo>
                  <a:close/>
                  <a:moveTo>
                    <a:pt x="147320" y="0"/>
                  </a:moveTo>
                  <a:cubicBezTo>
                    <a:pt x="66040" y="0"/>
                    <a:pt x="0" y="66040"/>
                    <a:pt x="0" y="147319"/>
                  </a:cubicBezTo>
                  <a:lnTo>
                    <a:pt x="0" y="478787"/>
                  </a:lnTo>
                  <a:cubicBezTo>
                    <a:pt x="0" y="555368"/>
                    <a:pt x="58674" y="618486"/>
                    <a:pt x="133477" y="625471"/>
                  </a:cubicBezTo>
                  <a:lnTo>
                    <a:pt x="492508" y="625471"/>
                  </a:lnTo>
                  <a:cubicBezTo>
                    <a:pt x="567311" y="618486"/>
                    <a:pt x="625858" y="555368"/>
                    <a:pt x="625985" y="478787"/>
                  </a:cubicBezTo>
                  <a:lnTo>
                    <a:pt x="625985" y="147319"/>
                  </a:lnTo>
                  <a:cubicBezTo>
                    <a:pt x="625985" y="66040"/>
                    <a:pt x="559945" y="0"/>
                    <a:pt x="478792" y="0"/>
                  </a:cubicBezTo>
                  <a:close/>
                </a:path>
              </a:pathLst>
            </a:custGeom>
            <a:solidFill>
              <a:srgbClr val="9CADD4"/>
            </a:solidFill>
          </p:spPr>
        </p:sp>
      </p:grpSp>
      <p:grpSp>
        <p:nvGrpSpPr>
          <p:cNvPr name="Group 17" id="17"/>
          <p:cNvGrpSpPr/>
          <p:nvPr/>
        </p:nvGrpSpPr>
        <p:grpSpPr>
          <a:xfrm rot="0">
            <a:off x="16026727" y="6217939"/>
            <a:ext cx="421186" cy="421176"/>
            <a:chOff x="0" y="0"/>
            <a:chExt cx="421183" cy="421170"/>
          </a:xfrm>
        </p:grpSpPr>
        <p:sp>
          <p:nvSpPr>
            <p:cNvPr name="Freeform 18" id="18"/>
            <p:cNvSpPr/>
            <p:nvPr/>
          </p:nvSpPr>
          <p:spPr>
            <a:xfrm flipH="false" flipV="false" rot="0">
              <a:off x="0" y="0"/>
              <a:ext cx="421133" cy="421126"/>
            </a:xfrm>
            <a:custGeom>
              <a:avLst/>
              <a:gdLst/>
              <a:ahLst/>
              <a:cxnLst/>
              <a:rect r="r" b="b" t="t" l="l"/>
              <a:pathLst>
                <a:path h="421126" w="421133">
                  <a:moveTo>
                    <a:pt x="319025" y="421126"/>
                  </a:moveTo>
                  <a:lnTo>
                    <a:pt x="102108" y="421126"/>
                  </a:lnTo>
                  <a:cubicBezTo>
                    <a:pt x="45847" y="421126"/>
                    <a:pt x="0" y="375407"/>
                    <a:pt x="0" y="319020"/>
                  </a:cubicBezTo>
                  <a:lnTo>
                    <a:pt x="0" y="102107"/>
                  </a:lnTo>
                  <a:cubicBezTo>
                    <a:pt x="0" y="45846"/>
                    <a:pt x="45847" y="0"/>
                    <a:pt x="102108" y="0"/>
                  </a:cubicBezTo>
                  <a:lnTo>
                    <a:pt x="319025" y="0"/>
                  </a:lnTo>
                  <a:cubicBezTo>
                    <a:pt x="375413" y="0"/>
                    <a:pt x="421133" y="45846"/>
                    <a:pt x="421133" y="102107"/>
                  </a:cubicBezTo>
                  <a:lnTo>
                    <a:pt x="421133" y="319020"/>
                  </a:lnTo>
                  <a:cubicBezTo>
                    <a:pt x="421133" y="375407"/>
                    <a:pt x="375286" y="421126"/>
                    <a:pt x="319025" y="421126"/>
                  </a:cubicBezTo>
                  <a:close/>
                  <a:moveTo>
                    <a:pt x="102108" y="33782"/>
                  </a:moveTo>
                  <a:cubicBezTo>
                    <a:pt x="64389" y="33782"/>
                    <a:pt x="33655" y="64515"/>
                    <a:pt x="33655" y="102234"/>
                  </a:cubicBezTo>
                  <a:lnTo>
                    <a:pt x="33655" y="319147"/>
                  </a:lnTo>
                  <a:cubicBezTo>
                    <a:pt x="33655" y="356865"/>
                    <a:pt x="64389" y="387599"/>
                    <a:pt x="102108" y="387599"/>
                  </a:cubicBezTo>
                  <a:lnTo>
                    <a:pt x="319025" y="387599"/>
                  </a:lnTo>
                  <a:cubicBezTo>
                    <a:pt x="356744" y="387599"/>
                    <a:pt x="387478" y="356865"/>
                    <a:pt x="387478" y="319147"/>
                  </a:cubicBezTo>
                  <a:lnTo>
                    <a:pt x="387478" y="102234"/>
                  </a:lnTo>
                  <a:cubicBezTo>
                    <a:pt x="387478" y="64515"/>
                    <a:pt x="356744" y="33782"/>
                    <a:pt x="319025" y="33782"/>
                  </a:cubicBezTo>
                  <a:lnTo>
                    <a:pt x="102108" y="33782"/>
                  </a:lnTo>
                  <a:close/>
                </a:path>
              </a:pathLst>
            </a:custGeom>
            <a:solidFill>
              <a:srgbClr val="9CADD4"/>
            </a:solidFill>
          </p:spPr>
        </p:sp>
      </p:grpSp>
      <p:grpSp>
        <p:nvGrpSpPr>
          <p:cNvPr name="Group 19" id="19"/>
          <p:cNvGrpSpPr/>
          <p:nvPr/>
        </p:nvGrpSpPr>
        <p:grpSpPr>
          <a:xfrm rot="0">
            <a:off x="13930874" y="2315470"/>
            <a:ext cx="2810218" cy="3355886"/>
            <a:chOff x="0" y="0"/>
            <a:chExt cx="2810218" cy="3355886"/>
          </a:xfrm>
        </p:grpSpPr>
        <p:sp>
          <p:nvSpPr>
            <p:cNvPr name="Freeform 20" id="20"/>
            <p:cNvSpPr/>
            <p:nvPr/>
          </p:nvSpPr>
          <p:spPr>
            <a:xfrm flipH="false" flipV="false" rot="0">
              <a:off x="63500" y="63500"/>
              <a:ext cx="2683131" cy="2685793"/>
            </a:xfrm>
            <a:custGeom>
              <a:avLst/>
              <a:gdLst/>
              <a:ahLst/>
              <a:cxnLst/>
              <a:rect r="r" b="b" t="t" l="l"/>
              <a:pathLst>
                <a:path h="2685793" w="2683131">
                  <a:moveTo>
                    <a:pt x="2069974" y="0"/>
                  </a:moveTo>
                  <a:lnTo>
                    <a:pt x="613156" y="0"/>
                  </a:lnTo>
                  <a:cubicBezTo>
                    <a:pt x="275082" y="0"/>
                    <a:pt x="0" y="275463"/>
                    <a:pt x="0" y="613790"/>
                  </a:cubicBezTo>
                  <a:lnTo>
                    <a:pt x="0" y="2072002"/>
                  </a:lnTo>
                  <a:cubicBezTo>
                    <a:pt x="0" y="2410330"/>
                    <a:pt x="275082" y="2685793"/>
                    <a:pt x="613156" y="2685793"/>
                  </a:cubicBezTo>
                  <a:lnTo>
                    <a:pt x="2069974" y="2685793"/>
                  </a:lnTo>
                  <a:cubicBezTo>
                    <a:pt x="2408049" y="2685793"/>
                    <a:pt x="2683131" y="2410330"/>
                    <a:pt x="2683131" y="2072002"/>
                  </a:cubicBezTo>
                  <a:lnTo>
                    <a:pt x="2683131" y="613790"/>
                  </a:lnTo>
                  <a:cubicBezTo>
                    <a:pt x="2683258" y="275463"/>
                    <a:pt x="2408049" y="0"/>
                    <a:pt x="2069974" y="0"/>
                  </a:cubicBezTo>
                  <a:close/>
                  <a:moveTo>
                    <a:pt x="613156" y="2605656"/>
                  </a:moveTo>
                  <a:cubicBezTo>
                    <a:pt x="319278" y="2605656"/>
                    <a:pt x="80010" y="2366388"/>
                    <a:pt x="80010" y="2072002"/>
                  </a:cubicBezTo>
                  <a:lnTo>
                    <a:pt x="80010" y="613790"/>
                  </a:lnTo>
                  <a:cubicBezTo>
                    <a:pt x="80010" y="319659"/>
                    <a:pt x="319024" y="80137"/>
                    <a:pt x="613156" y="80137"/>
                  </a:cubicBezTo>
                  <a:lnTo>
                    <a:pt x="2069974" y="80137"/>
                  </a:lnTo>
                  <a:cubicBezTo>
                    <a:pt x="2363853" y="80137"/>
                    <a:pt x="2603121" y="319405"/>
                    <a:pt x="2603121" y="613790"/>
                  </a:cubicBezTo>
                  <a:lnTo>
                    <a:pt x="2603121" y="2072002"/>
                  </a:lnTo>
                  <a:cubicBezTo>
                    <a:pt x="2603121" y="2366134"/>
                    <a:pt x="2364107" y="2605656"/>
                    <a:pt x="2069974" y="2605656"/>
                  </a:cubicBezTo>
                  <a:lnTo>
                    <a:pt x="613156" y="2605656"/>
                  </a:lnTo>
                  <a:close/>
                </a:path>
              </a:pathLst>
            </a:custGeom>
            <a:solidFill>
              <a:srgbClr val="9CADD4"/>
            </a:solidFill>
          </p:spPr>
        </p:sp>
        <p:sp>
          <p:nvSpPr>
            <p:cNvPr name="Freeform 21" id="21"/>
            <p:cNvSpPr/>
            <p:nvPr/>
          </p:nvSpPr>
          <p:spPr>
            <a:xfrm flipH="false" flipV="false" rot="0">
              <a:off x="2118488" y="2667378"/>
              <a:ext cx="626110" cy="625093"/>
            </a:xfrm>
            <a:custGeom>
              <a:avLst/>
              <a:gdLst/>
              <a:ahLst/>
              <a:cxnLst/>
              <a:rect r="r" b="b" t="t" l="l"/>
              <a:pathLst>
                <a:path h="625093" w="626110">
                  <a:moveTo>
                    <a:pt x="147321" y="32766"/>
                  </a:moveTo>
                  <a:lnTo>
                    <a:pt x="147321" y="32893"/>
                  </a:lnTo>
                  <a:lnTo>
                    <a:pt x="478791" y="32893"/>
                  </a:lnTo>
                  <a:cubicBezTo>
                    <a:pt x="541402" y="32893"/>
                    <a:pt x="592329" y="83820"/>
                    <a:pt x="592329" y="146431"/>
                  </a:cubicBezTo>
                  <a:lnTo>
                    <a:pt x="592329" y="477773"/>
                  </a:lnTo>
                  <a:cubicBezTo>
                    <a:pt x="592329" y="540384"/>
                    <a:pt x="541402" y="591311"/>
                    <a:pt x="478791" y="591311"/>
                  </a:cubicBezTo>
                  <a:lnTo>
                    <a:pt x="147321" y="591311"/>
                  </a:lnTo>
                  <a:cubicBezTo>
                    <a:pt x="84709" y="591311"/>
                    <a:pt x="33782" y="540384"/>
                    <a:pt x="33782" y="477773"/>
                  </a:cubicBezTo>
                  <a:lnTo>
                    <a:pt x="33782" y="146304"/>
                  </a:lnTo>
                  <a:cubicBezTo>
                    <a:pt x="33782" y="83693"/>
                    <a:pt x="84709" y="32766"/>
                    <a:pt x="147321" y="32766"/>
                  </a:cubicBezTo>
                  <a:close/>
                  <a:moveTo>
                    <a:pt x="131573" y="0"/>
                  </a:moveTo>
                  <a:cubicBezTo>
                    <a:pt x="57658" y="7874"/>
                    <a:pt x="0" y="70485"/>
                    <a:pt x="0" y="146431"/>
                  </a:cubicBezTo>
                  <a:lnTo>
                    <a:pt x="0" y="477773"/>
                  </a:lnTo>
                  <a:cubicBezTo>
                    <a:pt x="0" y="559053"/>
                    <a:pt x="66040" y="625093"/>
                    <a:pt x="147321" y="625093"/>
                  </a:cubicBezTo>
                  <a:lnTo>
                    <a:pt x="478791" y="625093"/>
                  </a:lnTo>
                  <a:cubicBezTo>
                    <a:pt x="560071" y="625093"/>
                    <a:pt x="625984" y="559053"/>
                    <a:pt x="626111" y="477900"/>
                  </a:cubicBezTo>
                  <a:lnTo>
                    <a:pt x="626111" y="146431"/>
                  </a:lnTo>
                  <a:cubicBezTo>
                    <a:pt x="626111" y="70485"/>
                    <a:pt x="568453" y="7874"/>
                    <a:pt x="494539" y="0"/>
                  </a:cubicBezTo>
                  <a:close/>
                </a:path>
              </a:pathLst>
            </a:custGeom>
            <a:solidFill>
              <a:srgbClr val="9CADD4"/>
            </a:solidFill>
          </p:spPr>
        </p:sp>
      </p:grpSp>
      <p:grpSp>
        <p:nvGrpSpPr>
          <p:cNvPr name="Group 22" id="22"/>
          <p:cNvGrpSpPr/>
          <p:nvPr/>
        </p:nvGrpSpPr>
        <p:grpSpPr>
          <a:xfrm rot="0">
            <a:off x="12963649" y="5060661"/>
            <a:ext cx="5390893" cy="5292890"/>
            <a:chOff x="0" y="0"/>
            <a:chExt cx="5390896" cy="5292890"/>
          </a:xfrm>
        </p:grpSpPr>
        <p:sp>
          <p:nvSpPr>
            <p:cNvPr name="Freeform 23" id="23"/>
            <p:cNvSpPr/>
            <p:nvPr/>
          </p:nvSpPr>
          <p:spPr>
            <a:xfrm flipH="false" flipV="false" rot="0">
              <a:off x="3996690" y="398399"/>
              <a:ext cx="1327658" cy="2223772"/>
            </a:xfrm>
            <a:custGeom>
              <a:avLst/>
              <a:gdLst/>
              <a:ahLst/>
              <a:cxnLst/>
              <a:rect r="r" b="b" t="t" l="l"/>
              <a:pathLst>
                <a:path h="2223772" w="1327658">
                  <a:moveTo>
                    <a:pt x="511557" y="0"/>
                  </a:moveTo>
                  <a:cubicBezTo>
                    <a:pt x="229616" y="0"/>
                    <a:pt x="0" y="229871"/>
                    <a:pt x="0" y="512065"/>
                  </a:cubicBezTo>
                  <a:lnTo>
                    <a:pt x="0" y="1711708"/>
                  </a:lnTo>
                  <a:cubicBezTo>
                    <a:pt x="0" y="1993902"/>
                    <a:pt x="229616" y="2223772"/>
                    <a:pt x="511557" y="2223772"/>
                  </a:cubicBezTo>
                  <a:lnTo>
                    <a:pt x="1327659" y="2223772"/>
                  </a:lnTo>
                  <a:lnTo>
                    <a:pt x="1327659" y="2143381"/>
                  </a:lnTo>
                  <a:lnTo>
                    <a:pt x="511557" y="2143381"/>
                  </a:lnTo>
                  <a:lnTo>
                    <a:pt x="511557" y="2143635"/>
                  </a:lnTo>
                  <a:cubicBezTo>
                    <a:pt x="273559" y="2143635"/>
                    <a:pt x="80010" y="1949960"/>
                    <a:pt x="80010" y="1711962"/>
                  </a:cubicBezTo>
                  <a:lnTo>
                    <a:pt x="80010" y="512065"/>
                  </a:lnTo>
                  <a:cubicBezTo>
                    <a:pt x="80010" y="273813"/>
                    <a:pt x="273559" y="80137"/>
                    <a:pt x="511557" y="80137"/>
                  </a:cubicBezTo>
                  <a:lnTo>
                    <a:pt x="1327659" y="80137"/>
                  </a:lnTo>
                  <a:lnTo>
                    <a:pt x="1327659" y="0"/>
                  </a:lnTo>
                  <a:close/>
                </a:path>
              </a:pathLst>
            </a:custGeom>
            <a:solidFill>
              <a:srgbClr val="9CADD4"/>
            </a:solidFill>
          </p:spPr>
        </p:sp>
        <p:sp>
          <p:nvSpPr>
            <p:cNvPr name="Freeform 24" id="24"/>
            <p:cNvSpPr/>
            <p:nvPr/>
          </p:nvSpPr>
          <p:spPr>
            <a:xfrm flipH="false" flipV="false" rot="0">
              <a:off x="3786251" y="1162813"/>
              <a:ext cx="1127633" cy="1127761"/>
            </a:xfrm>
            <a:custGeom>
              <a:avLst/>
              <a:gdLst/>
              <a:ahLst/>
              <a:cxnLst/>
              <a:rect r="r" b="b" t="t" l="l"/>
              <a:pathLst>
                <a:path h="1127761" w="1127633">
                  <a:moveTo>
                    <a:pt x="870078" y="1127761"/>
                  </a:moveTo>
                  <a:lnTo>
                    <a:pt x="257684" y="1127761"/>
                  </a:lnTo>
                  <a:cubicBezTo>
                    <a:pt x="115570" y="1127761"/>
                    <a:pt x="0" y="1012064"/>
                    <a:pt x="0" y="870078"/>
                  </a:cubicBezTo>
                  <a:lnTo>
                    <a:pt x="0" y="257683"/>
                  </a:lnTo>
                  <a:cubicBezTo>
                    <a:pt x="0" y="115570"/>
                    <a:pt x="115697" y="0"/>
                    <a:pt x="257684" y="0"/>
                  </a:cubicBezTo>
                  <a:lnTo>
                    <a:pt x="869950" y="0"/>
                  </a:lnTo>
                  <a:cubicBezTo>
                    <a:pt x="1012063" y="0"/>
                    <a:pt x="1127634" y="115697"/>
                    <a:pt x="1127634" y="257683"/>
                  </a:cubicBezTo>
                  <a:lnTo>
                    <a:pt x="1127634" y="869951"/>
                  </a:lnTo>
                  <a:cubicBezTo>
                    <a:pt x="1127634" y="1012064"/>
                    <a:pt x="1011937" y="1127634"/>
                    <a:pt x="869950" y="1127634"/>
                  </a:cubicBezTo>
                  <a:close/>
                  <a:moveTo>
                    <a:pt x="257684" y="33655"/>
                  </a:moveTo>
                  <a:cubicBezTo>
                    <a:pt x="134239" y="33655"/>
                    <a:pt x="33528" y="134112"/>
                    <a:pt x="33528" y="257683"/>
                  </a:cubicBezTo>
                  <a:lnTo>
                    <a:pt x="33528" y="869951"/>
                  </a:lnTo>
                  <a:cubicBezTo>
                    <a:pt x="33528" y="993395"/>
                    <a:pt x="133985" y="1093979"/>
                    <a:pt x="257684" y="1093979"/>
                  </a:cubicBezTo>
                  <a:lnTo>
                    <a:pt x="869950" y="1093979"/>
                  </a:lnTo>
                  <a:cubicBezTo>
                    <a:pt x="993394" y="1093979"/>
                    <a:pt x="1094105" y="993522"/>
                    <a:pt x="1094105" y="869951"/>
                  </a:cubicBezTo>
                  <a:lnTo>
                    <a:pt x="1094105" y="257683"/>
                  </a:lnTo>
                  <a:cubicBezTo>
                    <a:pt x="1094105" y="134239"/>
                    <a:pt x="993649" y="33655"/>
                    <a:pt x="869950" y="33655"/>
                  </a:cubicBezTo>
                  <a:lnTo>
                    <a:pt x="257684" y="33655"/>
                  </a:lnTo>
                  <a:close/>
                </a:path>
              </a:pathLst>
            </a:custGeom>
            <a:solidFill>
              <a:srgbClr val="9CADD4"/>
            </a:solidFill>
          </p:spPr>
        </p:sp>
        <p:sp>
          <p:nvSpPr>
            <p:cNvPr name="Freeform 25" id="25"/>
            <p:cNvSpPr/>
            <p:nvPr/>
          </p:nvSpPr>
          <p:spPr>
            <a:xfrm flipH="false" flipV="false" rot="0">
              <a:off x="5032883" y="63500"/>
              <a:ext cx="291465" cy="933705"/>
            </a:xfrm>
            <a:custGeom>
              <a:avLst/>
              <a:gdLst/>
              <a:ahLst/>
              <a:cxnLst/>
              <a:rect r="r" b="b" t="t" l="l"/>
              <a:pathLst>
                <a:path h="933705" w="291465">
                  <a:moveTo>
                    <a:pt x="215011" y="0"/>
                  </a:moveTo>
                  <a:cubicBezTo>
                    <a:pt x="96521" y="0"/>
                    <a:pt x="0" y="96520"/>
                    <a:pt x="0" y="215011"/>
                  </a:cubicBezTo>
                  <a:lnTo>
                    <a:pt x="0" y="718694"/>
                  </a:lnTo>
                  <a:cubicBezTo>
                    <a:pt x="0" y="837185"/>
                    <a:pt x="96521" y="933705"/>
                    <a:pt x="215011" y="933705"/>
                  </a:cubicBezTo>
                  <a:lnTo>
                    <a:pt x="291465" y="933705"/>
                  </a:lnTo>
                  <a:lnTo>
                    <a:pt x="291465" y="900177"/>
                  </a:lnTo>
                  <a:lnTo>
                    <a:pt x="215011" y="900177"/>
                  </a:lnTo>
                  <a:cubicBezTo>
                    <a:pt x="114935" y="900177"/>
                    <a:pt x="33655" y="818897"/>
                    <a:pt x="33655" y="718821"/>
                  </a:cubicBezTo>
                  <a:lnTo>
                    <a:pt x="33655" y="214884"/>
                  </a:lnTo>
                  <a:cubicBezTo>
                    <a:pt x="33655" y="114935"/>
                    <a:pt x="114935" y="33655"/>
                    <a:pt x="215011" y="33655"/>
                  </a:cubicBezTo>
                  <a:lnTo>
                    <a:pt x="215011" y="33782"/>
                  </a:lnTo>
                  <a:lnTo>
                    <a:pt x="291465" y="33782"/>
                  </a:lnTo>
                  <a:lnTo>
                    <a:pt x="291465" y="0"/>
                  </a:lnTo>
                  <a:close/>
                </a:path>
              </a:pathLst>
            </a:custGeom>
            <a:solidFill>
              <a:srgbClr val="9CADD4"/>
            </a:solidFill>
          </p:spPr>
        </p:sp>
        <p:sp>
          <p:nvSpPr>
            <p:cNvPr name="Freeform 26" id="26"/>
            <p:cNvSpPr/>
            <p:nvPr/>
          </p:nvSpPr>
          <p:spPr>
            <a:xfrm flipH="false" flipV="false" rot="0">
              <a:off x="1016000" y="3386331"/>
              <a:ext cx="3681985" cy="1839978"/>
            </a:xfrm>
            <a:custGeom>
              <a:avLst/>
              <a:gdLst/>
              <a:ahLst/>
              <a:cxnLst/>
              <a:rect r="r" b="b" t="t" l="l"/>
              <a:pathLst>
                <a:path h="1839978" w="3681985">
                  <a:moveTo>
                    <a:pt x="1840865" y="0"/>
                  </a:moveTo>
                  <a:lnTo>
                    <a:pt x="910971" y="929641"/>
                  </a:lnTo>
                  <a:lnTo>
                    <a:pt x="845185" y="995427"/>
                  </a:lnTo>
                  <a:lnTo>
                    <a:pt x="0" y="1839978"/>
                  </a:lnTo>
                  <a:lnTo>
                    <a:pt x="3681985" y="1839978"/>
                  </a:lnTo>
                  <a:lnTo>
                    <a:pt x="2771140" y="929641"/>
                  </a:lnTo>
                  <a:lnTo>
                    <a:pt x="1840992" y="0"/>
                  </a:lnTo>
                  <a:close/>
                </a:path>
              </a:pathLst>
            </a:custGeom>
            <a:solidFill>
              <a:srgbClr val="2E4990"/>
            </a:solidFill>
          </p:spPr>
        </p:sp>
        <p:sp>
          <p:nvSpPr>
            <p:cNvPr name="Freeform 27" id="27"/>
            <p:cNvSpPr/>
            <p:nvPr/>
          </p:nvSpPr>
          <p:spPr>
            <a:xfrm flipH="false" flipV="false" rot="0">
              <a:off x="347091" y="4047367"/>
              <a:ext cx="1447292" cy="1178942"/>
            </a:xfrm>
            <a:custGeom>
              <a:avLst/>
              <a:gdLst/>
              <a:ahLst/>
              <a:cxnLst/>
              <a:rect r="r" b="b" t="t" l="l"/>
              <a:pathLst>
                <a:path h="1178942" w="1447292">
                  <a:moveTo>
                    <a:pt x="1179576" y="0"/>
                  </a:moveTo>
                  <a:lnTo>
                    <a:pt x="1179195" y="381"/>
                  </a:lnTo>
                  <a:lnTo>
                    <a:pt x="1178814" y="381"/>
                  </a:lnTo>
                  <a:lnTo>
                    <a:pt x="1178814" y="761"/>
                  </a:lnTo>
                  <a:lnTo>
                    <a:pt x="0" y="1178942"/>
                  </a:lnTo>
                  <a:lnTo>
                    <a:pt x="535686" y="1178942"/>
                  </a:lnTo>
                  <a:lnTo>
                    <a:pt x="1447292" y="267589"/>
                  </a:lnTo>
                  <a:lnTo>
                    <a:pt x="1179576" y="0"/>
                  </a:lnTo>
                  <a:close/>
                </a:path>
              </a:pathLst>
            </a:custGeom>
            <a:solidFill>
              <a:srgbClr val="1F305D"/>
            </a:solidFill>
          </p:spPr>
        </p:sp>
        <p:sp>
          <p:nvSpPr>
            <p:cNvPr name="Freeform 28" id="28"/>
            <p:cNvSpPr/>
            <p:nvPr/>
          </p:nvSpPr>
          <p:spPr>
            <a:xfrm flipH="false" flipV="false" rot="0">
              <a:off x="3922903" y="4047367"/>
              <a:ext cx="1401445" cy="1178942"/>
            </a:xfrm>
            <a:custGeom>
              <a:avLst/>
              <a:gdLst/>
              <a:ahLst/>
              <a:cxnLst/>
              <a:rect r="r" b="b" t="t" l="l"/>
              <a:pathLst>
                <a:path h="1178942" w="1401445">
                  <a:moveTo>
                    <a:pt x="267716" y="0"/>
                  </a:moveTo>
                  <a:lnTo>
                    <a:pt x="0" y="267589"/>
                  </a:lnTo>
                  <a:lnTo>
                    <a:pt x="911607" y="1178942"/>
                  </a:lnTo>
                  <a:lnTo>
                    <a:pt x="1401445" y="1178942"/>
                  </a:lnTo>
                  <a:lnTo>
                    <a:pt x="1401445" y="1133095"/>
                  </a:lnTo>
                  <a:lnTo>
                    <a:pt x="267716" y="0"/>
                  </a:lnTo>
                  <a:close/>
                </a:path>
              </a:pathLst>
            </a:custGeom>
            <a:solidFill>
              <a:srgbClr val="1F305D"/>
            </a:solidFill>
          </p:spPr>
        </p:sp>
        <p:sp>
          <p:nvSpPr>
            <p:cNvPr name="Freeform 29" id="29"/>
            <p:cNvSpPr/>
            <p:nvPr/>
          </p:nvSpPr>
          <p:spPr>
            <a:xfrm flipH="false" flipV="false" rot="0">
              <a:off x="4186936" y="3599183"/>
              <a:ext cx="897255" cy="448564"/>
            </a:xfrm>
            <a:custGeom>
              <a:avLst/>
              <a:gdLst/>
              <a:ahLst/>
              <a:cxnLst/>
              <a:rect r="r" b="b" t="t" l="l"/>
              <a:pathLst>
                <a:path h="448564" w="897255">
                  <a:moveTo>
                    <a:pt x="127" y="448565"/>
                  </a:moveTo>
                  <a:lnTo>
                    <a:pt x="897256" y="448565"/>
                  </a:lnTo>
                  <a:lnTo>
                    <a:pt x="448818" y="0"/>
                  </a:lnTo>
                  <a:lnTo>
                    <a:pt x="381" y="448437"/>
                  </a:lnTo>
                  <a:lnTo>
                    <a:pt x="0" y="448437"/>
                  </a:lnTo>
                  <a:close/>
                </a:path>
              </a:pathLst>
            </a:custGeom>
            <a:solidFill>
              <a:srgbClr val="9CADD4"/>
            </a:solidFill>
          </p:spPr>
        </p:sp>
        <p:sp>
          <p:nvSpPr>
            <p:cNvPr name="Freeform 30" id="30"/>
            <p:cNvSpPr/>
            <p:nvPr/>
          </p:nvSpPr>
          <p:spPr>
            <a:xfrm flipH="false" flipV="false" rot="0">
              <a:off x="4187317" y="4048001"/>
              <a:ext cx="1137031" cy="1130555"/>
            </a:xfrm>
            <a:custGeom>
              <a:avLst/>
              <a:gdLst/>
              <a:ahLst/>
              <a:cxnLst/>
              <a:rect r="r" b="b" t="t" l="l"/>
              <a:pathLst>
                <a:path h="1130555" w="1137031">
                  <a:moveTo>
                    <a:pt x="0" y="0"/>
                  </a:moveTo>
                  <a:lnTo>
                    <a:pt x="1137031" y="1130555"/>
                  </a:lnTo>
                  <a:lnTo>
                    <a:pt x="1137031" y="0"/>
                  </a:lnTo>
                  <a:close/>
                </a:path>
              </a:pathLst>
            </a:custGeom>
            <a:solidFill>
              <a:srgbClr val="2E4990"/>
            </a:solidFill>
          </p:spPr>
        </p:sp>
        <p:sp>
          <p:nvSpPr>
            <p:cNvPr name="Freeform 31" id="31"/>
            <p:cNvSpPr/>
            <p:nvPr/>
          </p:nvSpPr>
          <p:spPr>
            <a:xfrm flipH="false" flipV="false" rot="0">
              <a:off x="4190619" y="2014730"/>
              <a:ext cx="1133856" cy="2033399"/>
            </a:xfrm>
            <a:custGeom>
              <a:avLst/>
              <a:gdLst/>
              <a:ahLst/>
              <a:cxnLst/>
              <a:rect r="r" b="b" t="t" l="l"/>
              <a:pathLst>
                <a:path h="2033399" w="1133856">
                  <a:moveTo>
                    <a:pt x="1133729" y="0"/>
                  </a:moveTo>
                  <a:lnTo>
                    <a:pt x="283464" y="849758"/>
                  </a:lnTo>
                  <a:lnTo>
                    <a:pt x="1133729" y="1699388"/>
                  </a:lnTo>
                  <a:lnTo>
                    <a:pt x="1133729" y="0"/>
                  </a:lnTo>
                  <a:close/>
                  <a:moveTo>
                    <a:pt x="0" y="2033018"/>
                  </a:moveTo>
                  <a:lnTo>
                    <a:pt x="381" y="2033398"/>
                  </a:lnTo>
                  <a:lnTo>
                    <a:pt x="1133856" y="2033398"/>
                  </a:lnTo>
                  <a:lnTo>
                    <a:pt x="1133856" y="2033018"/>
                  </a:lnTo>
                  <a:close/>
                </a:path>
              </a:pathLst>
            </a:custGeom>
            <a:solidFill>
              <a:srgbClr val="9CADD4"/>
            </a:solidFill>
          </p:spPr>
        </p:sp>
        <p:sp>
          <p:nvSpPr>
            <p:cNvPr name="Freeform 32" id="32"/>
            <p:cNvSpPr/>
            <p:nvPr/>
          </p:nvSpPr>
          <p:spPr>
            <a:xfrm flipH="false" flipV="false" rot="0">
              <a:off x="4187318" y="2864488"/>
              <a:ext cx="1137158" cy="1423290"/>
            </a:xfrm>
            <a:custGeom>
              <a:avLst/>
              <a:gdLst/>
              <a:ahLst/>
              <a:cxnLst/>
              <a:rect r="r" b="b" t="t" l="l"/>
              <a:pathLst>
                <a:path h="1423290" w="1137158">
                  <a:moveTo>
                    <a:pt x="286765" y="0"/>
                  </a:moveTo>
                  <a:lnTo>
                    <a:pt x="0" y="286512"/>
                  </a:lnTo>
                  <a:lnTo>
                    <a:pt x="448056" y="734695"/>
                  </a:lnTo>
                  <a:lnTo>
                    <a:pt x="448437" y="734695"/>
                  </a:lnTo>
                  <a:lnTo>
                    <a:pt x="448437" y="735076"/>
                  </a:lnTo>
                  <a:lnTo>
                    <a:pt x="896874" y="1183260"/>
                  </a:lnTo>
                  <a:lnTo>
                    <a:pt x="897255" y="1183640"/>
                  </a:lnTo>
                  <a:lnTo>
                    <a:pt x="1137157" y="1423290"/>
                  </a:lnTo>
                  <a:lnTo>
                    <a:pt x="1137157" y="849630"/>
                  </a:lnTo>
                  <a:lnTo>
                    <a:pt x="286893" y="0"/>
                  </a:lnTo>
                  <a:close/>
                </a:path>
              </a:pathLst>
            </a:custGeom>
            <a:solidFill>
              <a:srgbClr val="576179"/>
            </a:solidFill>
          </p:spPr>
        </p:sp>
      </p:grpSp>
      <p:grpSp>
        <p:nvGrpSpPr>
          <p:cNvPr name="Group 33" id="33"/>
          <p:cNvGrpSpPr/>
          <p:nvPr/>
        </p:nvGrpSpPr>
        <p:grpSpPr>
          <a:xfrm rot="0">
            <a:off x="5579621" y="1355169"/>
            <a:ext cx="6267450" cy="8505825"/>
            <a:chOff x="0" y="0"/>
            <a:chExt cx="8356600" cy="11341100"/>
          </a:xfrm>
        </p:grpSpPr>
        <p:sp>
          <p:nvSpPr>
            <p:cNvPr name="Freeform 34" id="34"/>
            <p:cNvSpPr/>
            <p:nvPr/>
          </p:nvSpPr>
          <p:spPr>
            <a:xfrm flipH="false" flipV="false" rot="0">
              <a:off x="0" y="0"/>
              <a:ext cx="8356600" cy="11341100"/>
            </a:xfrm>
            <a:custGeom>
              <a:avLst/>
              <a:gdLst/>
              <a:ahLst/>
              <a:cxnLst/>
              <a:rect r="r" b="b" t="t" l="l"/>
              <a:pathLst>
                <a:path h="11341100" w="8356600">
                  <a:moveTo>
                    <a:pt x="0" y="0"/>
                  </a:moveTo>
                  <a:lnTo>
                    <a:pt x="8356600" y="0"/>
                  </a:lnTo>
                  <a:lnTo>
                    <a:pt x="8356600" y="11341100"/>
                  </a:lnTo>
                  <a:lnTo>
                    <a:pt x="0" y="11341100"/>
                  </a:lnTo>
                  <a:lnTo>
                    <a:pt x="0" y="0"/>
                  </a:lnTo>
                  <a:close/>
                </a:path>
              </a:pathLst>
            </a:custGeom>
            <a:blipFill>
              <a:blip r:embed="rId4"/>
              <a:stretch>
                <a:fillRect l="0" t="-3863" r="0" b="-6662"/>
              </a:stretch>
            </a:blipFill>
          </p:spPr>
        </p:sp>
      </p:grpSp>
      <p:grpSp>
        <p:nvGrpSpPr>
          <p:cNvPr name="Group 35" id="35"/>
          <p:cNvGrpSpPr/>
          <p:nvPr/>
        </p:nvGrpSpPr>
        <p:grpSpPr>
          <a:xfrm rot="0">
            <a:off x="-63503" y="-63503"/>
            <a:ext cx="18414997" cy="10413997"/>
            <a:chOff x="0" y="0"/>
            <a:chExt cx="18415000" cy="10414000"/>
          </a:xfrm>
        </p:grpSpPr>
        <p:sp>
          <p:nvSpPr>
            <p:cNvPr name="Freeform 36" id="36"/>
            <p:cNvSpPr/>
            <p:nvPr/>
          </p:nvSpPr>
          <p:spPr>
            <a:xfrm flipH="false" flipV="false" rot="0">
              <a:off x="63500" y="63500"/>
              <a:ext cx="5075809" cy="3572510"/>
            </a:xfrm>
            <a:custGeom>
              <a:avLst/>
              <a:gdLst/>
              <a:ahLst/>
              <a:cxnLst/>
              <a:rect r="r" b="b" t="t" l="l"/>
              <a:pathLst>
                <a:path h="3572510" w="5075809">
                  <a:moveTo>
                    <a:pt x="0" y="0"/>
                  </a:moveTo>
                  <a:lnTo>
                    <a:pt x="0" y="3572510"/>
                  </a:lnTo>
                  <a:lnTo>
                    <a:pt x="5075809" y="3572510"/>
                  </a:lnTo>
                  <a:lnTo>
                    <a:pt x="5075809" y="0"/>
                  </a:lnTo>
                  <a:close/>
                </a:path>
              </a:pathLst>
            </a:custGeom>
            <a:solidFill>
              <a:srgbClr val="000000">
                <a:alpha val="0"/>
              </a:srgbClr>
            </a:solidFill>
          </p:spPr>
        </p:sp>
        <p:sp>
          <p:nvSpPr>
            <p:cNvPr name="Freeform 37" id="37"/>
            <p:cNvSpPr/>
            <p:nvPr/>
          </p:nvSpPr>
          <p:spPr>
            <a:xfrm flipH="false" flipV="false" rot="0">
              <a:off x="9207500" y="1418717"/>
              <a:ext cx="9144000" cy="6664198"/>
            </a:xfrm>
            <a:custGeom>
              <a:avLst/>
              <a:gdLst/>
              <a:ahLst/>
              <a:cxnLst/>
              <a:rect r="r" b="b" t="t" l="l"/>
              <a:pathLst>
                <a:path h="6664198" w="9144000">
                  <a:moveTo>
                    <a:pt x="0" y="0"/>
                  </a:moveTo>
                  <a:lnTo>
                    <a:pt x="0" y="6664198"/>
                  </a:lnTo>
                  <a:lnTo>
                    <a:pt x="9144000" y="6664198"/>
                  </a:lnTo>
                  <a:lnTo>
                    <a:pt x="9144000" y="0"/>
                  </a:lnTo>
                  <a:close/>
                </a:path>
              </a:pathLst>
            </a:custGeom>
            <a:solidFill>
              <a:srgbClr val="000000">
                <a:alpha val="0"/>
              </a:srgbClr>
            </a:solidFill>
          </p:spPr>
        </p:sp>
        <p:sp>
          <p:nvSpPr>
            <p:cNvPr name="Freeform 38" id="38"/>
            <p:cNvSpPr/>
            <p:nvPr/>
          </p:nvSpPr>
          <p:spPr>
            <a:xfrm flipH="false" flipV="false" rot="0">
              <a:off x="14774799" y="5046345"/>
              <a:ext cx="3576701" cy="2797937"/>
            </a:xfrm>
            <a:custGeom>
              <a:avLst/>
              <a:gdLst/>
              <a:ahLst/>
              <a:cxnLst/>
              <a:rect r="r" b="b" t="t" l="l"/>
              <a:pathLst>
                <a:path h="2797937" w="3576701">
                  <a:moveTo>
                    <a:pt x="0" y="0"/>
                  </a:moveTo>
                  <a:lnTo>
                    <a:pt x="0" y="2797937"/>
                  </a:lnTo>
                  <a:lnTo>
                    <a:pt x="3576701" y="2797937"/>
                  </a:lnTo>
                  <a:lnTo>
                    <a:pt x="3576701" y="0"/>
                  </a:lnTo>
                  <a:close/>
                </a:path>
              </a:pathLst>
            </a:custGeom>
            <a:solidFill>
              <a:srgbClr val="000000">
                <a:alpha val="0"/>
              </a:srgbClr>
            </a:solidFill>
          </p:spPr>
        </p:sp>
        <p:sp>
          <p:nvSpPr>
            <p:cNvPr name="Freeform 39" id="39"/>
            <p:cNvSpPr/>
            <p:nvPr/>
          </p:nvSpPr>
          <p:spPr>
            <a:xfrm flipH="false" flipV="false" rot="0">
              <a:off x="63500" y="2243201"/>
              <a:ext cx="9144000" cy="6664198"/>
            </a:xfrm>
            <a:custGeom>
              <a:avLst/>
              <a:gdLst/>
              <a:ahLst/>
              <a:cxnLst/>
              <a:rect r="r" b="b" t="t" l="l"/>
              <a:pathLst>
                <a:path h="6664198" w="9144000">
                  <a:moveTo>
                    <a:pt x="0" y="0"/>
                  </a:moveTo>
                  <a:lnTo>
                    <a:pt x="0" y="6664198"/>
                  </a:lnTo>
                  <a:lnTo>
                    <a:pt x="9144000" y="6664198"/>
                  </a:lnTo>
                  <a:lnTo>
                    <a:pt x="9144000" y="0"/>
                  </a:lnTo>
                  <a:close/>
                </a:path>
              </a:pathLst>
            </a:custGeom>
            <a:solidFill>
              <a:srgbClr val="000000">
                <a:alpha val="0"/>
              </a:srgbClr>
            </a:solidFill>
          </p:spPr>
        </p:sp>
        <p:sp>
          <p:nvSpPr>
            <p:cNvPr name="Freeform 40" id="40"/>
            <p:cNvSpPr/>
            <p:nvPr/>
          </p:nvSpPr>
          <p:spPr>
            <a:xfrm flipH="false" flipV="false" rot="0">
              <a:off x="63500" y="2375154"/>
              <a:ext cx="3577463" cy="3396615"/>
            </a:xfrm>
            <a:custGeom>
              <a:avLst/>
              <a:gdLst/>
              <a:ahLst/>
              <a:cxnLst/>
              <a:rect r="r" b="b" t="t" l="l"/>
              <a:pathLst>
                <a:path h="3396615" w="3577463">
                  <a:moveTo>
                    <a:pt x="0" y="0"/>
                  </a:moveTo>
                  <a:lnTo>
                    <a:pt x="0" y="3396615"/>
                  </a:lnTo>
                  <a:lnTo>
                    <a:pt x="3577463" y="3396615"/>
                  </a:lnTo>
                  <a:lnTo>
                    <a:pt x="3577463" y="0"/>
                  </a:lnTo>
                  <a:close/>
                </a:path>
              </a:pathLst>
            </a:custGeom>
            <a:solidFill>
              <a:srgbClr val="000000">
                <a:alpha val="0"/>
              </a:srgbClr>
            </a:solidFill>
          </p:spPr>
        </p:sp>
        <p:sp>
          <p:nvSpPr>
            <p:cNvPr name="Freeform 41" id="41"/>
            <p:cNvSpPr/>
            <p:nvPr/>
          </p:nvSpPr>
          <p:spPr>
            <a:xfrm flipH="false" flipV="false" rot="0">
              <a:off x="13094843" y="6800469"/>
              <a:ext cx="5256657" cy="3550031"/>
            </a:xfrm>
            <a:custGeom>
              <a:avLst/>
              <a:gdLst/>
              <a:ahLst/>
              <a:cxnLst/>
              <a:rect r="r" b="b" t="t" l="l"/>
              <a:pathLst>
                <a:path h="3550031" w="5256657">
                  <a:moveTo>
                    <a:pt x="0" y="0"/>
                  </a:moveTo>
                  <a:lnTo>
                    <a:pt x="0" y="3550031"/>
                  </a:lnTo>
                  <a:lnTo>
                    <a:pt x="5256657" y="3550031"/>
                  </a:lnTo>
                  <a:lnTo>
                    <a:pt x="5256657" y="0"/>
                  </a:lnTo>
                  <a:close/>
                </a:path>
              </a:pathLst>
            </a:custGeom>
            <a:solidFill>
              <a:srgbClr val="000000">
                <a:alpha val="0"/>
              </a:srgbClr>
            </a:solidFill>
          </p:spPr>
        </p:sp>
      </p:grpSp>
      <p:sp>
        <p:nvSpPr>
          <p:cNvPr name="TextBox 42" id="42"/>
          <p:cNvSpPr txBox="true"/>
          <p:nvPr/>
        </p:nvSpPr>
        <p:spPr>
          <a:xfrm rot="0">
            <a:off x="6755587" y="121520"/>
            <a:ext cx="3229042" cy="897217"/>
          </a:xfrm>
          <a:prstGeom prst="rect">
            <a:avLst/>
          </a:prstGeom>
        </p:spPr>
        <p:txBody>
          <a:bodyPr anchor="t" rtlCol="false" tIns="0" lIns="0" bIns="0" rIns="0">
            <a:spAutoFit/>
          </a:bodyPr>
          <a:lstStyle/>
          <a:p>
            <a:pPr algn="l">
              <a:lnSpc>
                <a:spcPts val="7279"/>
              </a:lnSpc>
            </a:pPr>
            <a:r>
              <a:rPr lang="en-US" b="true" sz="5199">
                <a:solidFill>
                  <a:srgbClr val="1F305D"/>
                </a:solidFill>
                <a:latin typeface="Aileron Bold"/>
                <a:ea typeface="Aileron Bold"/>
                <a:cs typeface="Aileron Bold"/>
                <a:sym typeface="Aileron Bold"/>
              </a:rPr>
              <a:t>Flowchart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551" y="-63503"/>
            <a:ext cx="18421093" cy="10417045"/>
          </a:xfrm>
          <a:custGeom>
            <a:avLst/>
            <a:gdLst/>
            <a:ahLst/>
            <a:cxnLst/>
            <a:rect r="r" b="b" t="t" l="l"/>
            <a:pathLst>
              <a:path h="10417045" w="18421093">
                <a:moveTo>
                  <a:pt x="0" y="0"/>
                </a:moveTo>
                <a:lnTo>
                  <a:pt x="18421093" y="0"/>
                </a:lnTo>
                <a:lnTo>
                  <a:pt x="18421093" y="10417045"/>
                </a:lnTo>
                <a:lnTo>
                  <a:pt x="0" y="10417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755587" y="121520"/>
            <a:ext cx="4316835" cy="897217"/>
          </a:xfrm>
          <a:prstGeom prst="rect">
            <a:avLst/>
          </a:prstGeom>
        </p:spPr>
        <p:txBody>
          <a:bodyPr anchor="t" rtlCol="false" tIns="0" lIns="0" bIns="0" rIns="0">
            <a:spAutoFit/>
          </a:bodyPr>
          <a:lstStyle/>
          <a:p>
            <a:pPr algn="l">
              <a:lnSpc>
                <a:spcPts val="7279"/>
              </a:lnSpc>
            </a:pPr>
            <a:r>
              <a:rPr lang="en-US" b="true" sz="5199">
                <a:solidFill>
                  <a:srgbClr val="1F305D"/>
                </a:solidFill>
                <a:latin typeface="Aileron Bold"/>
                <a:ea typeface="Aileron Bold"/>
                <a:cs typeface="Aileron Bold"/>
                <a:sym typeface="Aileron Bold"/>
              </a:rPr>
              <a:t>Methodology</a:t>
            </a:r>
          </a:p>
        </p:txBody>
      </p:sp>
      <p:sp>
        <p:nvSpPr>
          <p:cNvPr name="TextBox 4" id="4"/>
          <p:cNvSpPr txBox="true"/>
          <p:nvPr/>
        </p:nvSpPr>
        <p:spPr>
          <a:xfrm rot="0">
            <a:off x="2504361" y="2678154"/>
            <a:ext cx="14725288" cy="4655744"/>
          </a:xfrm>
          <a:prstGeom prst="rect">
            <a:avLst/>
          </a:prstGeom>
        </p:spPr>
        <p:txBody>
          <a:bodyPr anchor="t" rtlCol="false" tIns="0" lIns="0" bIns="0" rIns="0">
            <a:spAutoFit/>
          </a:bodyPr>
          <a:lstStyle/>
          <a:p>
            <a:pPr algn="l">
              <a:lnSpc>
                <a:spcPts val="4050"/>
              </a:lnSpc>
            </a:pPr>
            <a:r>
              <a:rPr lang="en-US" sz="3799">
                <a:solidFill>
                  <a:srgbClr val="1F305D"/>
                </a:solidFill>
                <a:latin typeface="Aileron"/>
                <a:ea typeface="Aileron"/>
                <a:cs typeface="Aileron"/>
                <a:sym typeface="Aileron"/>
              </a:rPr>
              <a:t>The system uses an ESP32-CAM based robotic car with motors and sensors for pipeline inspection.  It provides live video streaming via Wi-Fi and can be controlled through a mobile app.  A machine learning algorithm detects cracks and blockages in real time.  An ultrasonic sensor measures blockage distance inside the pipe.  The system runs on a battery-powered setup optimized for efficient operation.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551" y="-63503"/>
            <a:ext cx="18421093" cy="10417045"/>
          </a:xfrm>
          <a:custGeom>
            <a:avLst/>
            <a:gdLst/>
            <a:ahLst/>
            <a:cxnLst/>
            <a:rect r="r" b="b" t="t" l="l"/>
            <a:pathLst>
              <a:path h="10417045" w="18421093">
                <a:moveTo>
                  <a:pt x="0" y="0"/>
                </a:moveTo>
                <a:lnTo>
                  <a:pt x="18421093" y="0"/>
                </a:lnTo>
                <a:lnTo>
                  <a:pt x="18421093" y="10417045"/>
                </a:lnTo>
                <a:lnTo>
                  <a:pt x="0" y="104170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686550" y="1242946"/>
            <a:ext cx="3277543" cy="897217"/>
          </a:xfrm>
          <a:prstGeom prst="rect">
            <a:avLst/>
          </a:prstGeom>
        </p:spPr>
        <p:txBody>
          <a:bodyPr anchor="t" rtlCol="false" tIns="0" lIns="0" bIns="0" rIns="0">
            <a:spAutoFit/>
          </a:bodyPr>
          <a:lstStyle/>
          <a:p>
            <a:pPr algn="l">
              <a:lnSpc>
                <a:spcPts val="7279"/>
              </a:lnSpc>
            </a:pPr>
            <a:r>
              <a:rPr lang="en-US" b="true" sz="5199">
                <a:solidFill>
                  <a:srgbClr val="1F305D"/>
                </a:solidFill>
                <a:latin typeface="Aileron Bold"/>
                <a:ea typeface="Aileron Bold"/>
                <a:cs typeface="Aileron Bold"/>
                <a:sym typeface="Aileron Bold"/>
              </a:rPr>
              <a:t>Reference</a:t>
            </a:r>
          </a:p>
        </p:txBody>
      </p:sp>
      <p:sp>
        <p:nvSpPr>
          <p:cNvPr name="TextBox 4" id="4"/>
          <p:cNvSpPr txBox="true"/>
          <p:nvPr/>
        </p:nvSpPr>
        <p:spPr>
          <a:xfrm rot="0">
            <a:off x="2922537" y="2661733"/>
            <a:ext cx="12248312" cy="996086"/>
          </a:xfrm>
          <a:prstGeom prst="rect">
            <a:avLst/>
          </a:prstGeom>
        </p:spPr>
        <p:txBody>
          <a:bodyPr anchor="t" rtlCol="false" tIns="0" lIns="0" bIns="0" rIns="0">
            <a:spAutoFit/>
          </a:bodyPr>
          <a:lstStyle/>
          <a:p>
            <a:pPr algn="l">
              <a:lnSpc>
                <a:spcPts val="3928"/>
              </a:lnSpc>
            </a:pPr>
            <a:r>
              <a:rPr lang="en-US" b="true" sz="3198">
                <a:solidFill>
                  <a:srgbClr val="1F305D"/>
                </a:solidFill>
                <a:latin typeface="Aileron Bold"/>
                <a:ea typeface="Aileron Bold"/>
                <a:cs typeface="Aileron Bold"/>
                <a:sym typeface="Aileron Bold"/>
              </a:rPr>
              <a:t>Github repo link</a:t>
            </a:r>
            <a:r>
              <a:rPr lang="en-US" sz="3198">
                <a:solidFill>
                  <a:srgbClr val="1F305D"/>
                </a:solidFill>
                <a:latin typeface="Aileron"/>
                <a:ea typeface="Aileron"/>
                <a:cs typeface="Aileron"/>
                <a:sym typeface="Aileron"/>
                <a:hlinkClick r:id="rId4" tooltip="https://github.com/PyExpo2K26/PY26080.git"/>
              </a:rPr>
              <a:t>:</a:t>
            </a:r>
            <a:r>
              <a:rPr lang="en-US" b="true" sz="3198">
                <a:solidFill>
                  <a:srgbClr val="1F305D"/>
                </a:solidFill>
                <a:latin typeface="Aileron Bold"/>
                <a:ea typeface="Aileron Bold"/>
                <a:cs typeface="Aileron Bold"/>
                <a:sym typeface="Aileron Bold"/>
                <a:hlinkClick r:id="rId5" tooltip="https://github.com/PyExpo2K26/PY26080.git"/>
              </a:rPr>
              <a:t> https://github.com/PyExpo2K26/PY26080.git </a:t>
            </a:r>
            <a:r>
              <a:rPr lang="en-US" b="true" sz="3198">
                <a:solidFill>
                  <a:srgbClr val="1F305D"/>
                </a:solidFill>
                <a:latin typeface="Aileron Bold"/>
                <a:ea typeface="Aileron Bold"/>
                <a:cs typeface="Aileron Bold"/>
                <a:sym typeface="Aileron Bold"/>
              </a:rPr>
              <a:t>LaTex link:</a:t>
            </a:r>
          </a:p>
        </p:txBody>
      </p:sp>
      <p:sp>
        <p:nvSpPr>
          <p:cNvPr name="TextBox 5" id="5"/>
          <p:cNvSpPr txBox="true"/>
          <p:nvPr/>
        </p:nvSpPr>
        <p:spPr>
          <a:xfrm rot="0">
            <a:off x="2979887" y="3594525"/>
            <a:ext cx="3448450" cy="687629"/>
          </a:xfrm>
          <a:prstGeom prst="rect">
            <a:avLst/>
          </a:prstGeom>
        </p:spPr>
        <p:txBody>
          <a:bodyPr anchor="t" rtlCol="false" tIns="0" lIns="0" bIns="0" rIns="0">
            <a:spAutoFit/>
          </a:bodyPr>
          <a:lstStyle/>
          <a:p>
            <a:pPr algn="l">
              <a:lnSpc>
                <a:spcPts val="5903"/>
              </a:lnSpc>
            </a:pPr>
            <a:r>
              <a:rPr lang="en-US" b="true" sz="3199">
                <a:solidFill>
                  <a:srgbClr val="1F305D"/>
                </a:solidFill>
                <a:latin typeface="Aileron Bold"/>
                <a:ea typeface="Aileron Bold"/>
                <a:cs typeface="Aileron Bold"/>
                <a:sym typeface="Aileron Bold"/>
              </a:rPr>
              <a:t>Demo Video Link:</a:t>
            </a:r>
          </a:p>
        </p:txBody>
      </p:sp>
      <p:sp>
        <p:nvSpPr>
          <p:cNvPr name="TextBox 6" id="6"/>
          <p:cNvSpPr txBox="true"/>
          <p:nvPr/>
        </p:nvSpPr>
        <p:spPr>
          <a:xfrm rot="0">
            <a:off x="3021749" y="4409351"/>
            <a:ext cx="14899253" cy="497129"/>
          </a:xfrm>
          <a:prstGeom prst="rect">
            <a:avLst/>
          </a:prstGeom>
        </p:spPr>
        <p:txBody>
          <a:bodyPr anchor="t" rtlCol="false" tIns="0" lIns="0" bIns="0" rIns="0">
            <a:spAutoFit/>
          </a:bodyPr>
          <a:lstStyle/>
          <a:p>
            <a:pPr algn="l">
              <a:lnSpc>
                <a:spcPts val="3928"/>
              </a:lnSpc>
            </a:pPr>
            <a:r>
              <a:rPr lang="en-US" b="true" sz="3199" spc="6">
                <a:solidFill>
                  <a:srgbClr val="1F305D"/>
                </a:solidFill>
                <a:latin typeface="Aileron Bold"/>
                <a:ea typeface="Aileron Bold"/>
                <a:cs typeface="Aileron Bold"/>
                <a:sym typeface="Aileron Bold"/>
              </a:rPr>
              <a:t>PPT link:</a:t>
            </a:r>
            <a:r>
              <a:rPr lang="en-US" b="true" sz="3199" spc="6">
                <a:solidFill>
                  <a:srgbClr val="1F305D"/>
                </a:solidFill>
                <a:latin typeface="Aileron Bold"/>
                <a:ea typeface="Aileron Bold"/>
                <a:cs typeface="Aileron Bold"/>
                <a:sym typeface="Aileron Bold"/>
                <a:hlinkClick r:id="rId6" action="ppaction://hlinksldjump"/>
              </a:rPr>
              <a:t>https://docs.google.com/presentation/d/1vGcdBbrDi79Ux5Ed23tY</a:t>
            </a:r>
          </a:p>
        </p:txBody>
      </p:sp>
      <p:sp>
        <p:nvSpPr>
          <p:cNvPr name="TextBox 7" id="7"/>
          <p:cNvSpPr txBox="true"/>
          <p:nvPr/>
        </p:nvSpPr>
        <p:spPr>
          <a:xfrm rot="0">
            <a:off x="4700340" y="4942751"/>
            <a:ext cx="13218147" cy="1249604"/>
          </a:xfrm>
          <a:prstGeom prst="rect">
            <a:avLst/>
          </a:prstGeom>
        </p:spPr>
        <p:txBody>
          <a:bodyPr anchor="t" rtlCol="false" tIns="0" lIns="0" bIns="0" rIns="0">
            <a:spAutoFit/>
          </a:bodyPr>
          <a:lstStyle/>
          <a:p>
            <a:pPr algn="ctr">
              <a:lnSpc>
                <a:spcPts val="2821"/>
              </a:lnSpc>
            </a:pPr>
            <a:r>
              <a:rPr lang="en-US" b="true" sz="3199">
                <a:solidFill>
                  <a:srgbClr val="1F305D"/>
                </a:solidFill>
                <a:latin typeface="Aileron Bold"/>
                <a:ea typeface="Aileron Bold"/>
                <a:cs typeface="Aileron Bold"/>
                <a:sym typeface="Aileron Bold"/>
                <a:hlinkClick r:id="rId6" action="ppaction://hlinksldjump"/>
              </a:rPr>
              <a:t>Ysx6CWqrJH1_/edit?</a:t>
            </a:r>
          </a:p>
          <a:p>
            <a:pPr algn="ctr">
              <a:lnSpc>
                <a:spcPts val="3928"/>
              </a:lnSpc>
            </a:pPr>
            <a:r>
              <a:rPr lang="en-US" b="true" sz="3199">
                <a:solidFill>
                  <a:srgbClr val="1F305D"/>
                </a:solidFill>
                <a:latin typeface="Aileron Bold"/>
                <a:ea typeface="Aileron Bold"/>
                <a:cs typeface="Aileron Bold"/>
                <a:sym typeface="Aileron Bold"/>
                <a:hlinkClick r:id="rId6" action="ppaction://hlinksldjump"/>
              </a:rPr>
              <a:t>usp=sharing&amp;ouid=107511890916983927730&amp;rtpof=true&amp;sd=tru</a:t>
            </a:r>
          </a:p>
          <a:p>
            <a:pPr algn="ctr">
              <a:lnSpc>
                <a:spcPts val="2821"/>
              </a:lnSpc>
            </a:pPr>
            <a:r>
              <a:rPr lang="en-US" b="true" sz="3199">
                <a:solidFill>
                  <a:srgbClr val="1F305D"/>
                </a:solidFill>
                <a:latin typeface="Aileron Bold"/>
                <a:ea typeface="Aileron Bold"/>
                <a:cs typeface="Aileron Bold"/>
                <a:sym typeface="Aileron Bold"/>
                <a:hlinkClick r:id="rId6" action="ppaction://hlinksldjump"/>
              </a:rPr>
              <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DAHGeJJ2g_0</dc:identifier>
  <dcterms:modified xsi:type="dcterms:W3CDTF">2011-08-01T06:04:30Z</dcterms:modified>
  <cp:revision>1</cp:revision>
  <dc:title>Research_paper template.pptx (1).pdf</dc:title>
</cp:coreProperties>
</file>